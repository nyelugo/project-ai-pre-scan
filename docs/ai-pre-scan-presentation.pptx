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06d9e5b47014d9b" /><Relationship Type="http://schemas.openxmlformats.org/officeDocument/2006/relationships/extended-properties" Target="/docProps/app.xml" Id="R3584685a1f184b3d" /><Relationship Type="http://schemas.openxmlformats.org/officeDocument/2006/relationships/officeDocument" Target="/ppt/presentation.xml" Id="Ree387eb51962414a" /></Relationships>
</file>

<file path=ppt/presentation.xml><?xml version="1.0" encoding="utf-8"?>
<p:presentation xmlns:p="http://schemas.openxmlformats.org/presentationml/2006/main">
  <p:sldMasterIdLst>
    <p:sldMasterId xmlns:r="http://schemas.openxmlformats.org/officeDocument/2006/relationships" id="2147483648" r:id="Rf2fe0f5015244ac1"/>
  </p:sldMasterIdLst>
  <p:notesMasterIdLst>
    <p:notesMasterId xmlns:r="http://schemas.openxmlformats.org/officeDocument/2006/relationships" r:id="R8e4555d0b6804bb8"/>
  </p:notesMasterIdLst>
  <p:sldIdLst>
    <p:sldId xmlns:r="http://schemas.openxmlformats.org/officeDocument/2006/relationships" id="256" r:id="Ra351fb8f34c24f1f"/>
    <p:sldId xmlns:r="http://schemas.openxmlformats.org/officeDocument/2006/relationships" id="257" r:id="R8156a98df1934b9a"/>
    <p:sldId xmlns:r="http://schemas.openxmlformats.org/officeDocument/2006/relationships" id="258" r:id="R730f85f7f7b14aad"/>
    <p:sldId xmlns:r="http://schemas.openxmlformats.org/officeDocument/2006/relationships" id="259" r:id="R12b7c54cc0e74823"/>
    <p:sldId xmlns:r="http://schemas.openxmlformats.org/officeDocument/2006/relationships" id="260" r:id="Rd08a3200124d43b7"/>
    <p:sldId xmlns:r="http://schemas.openxmlformats.org/officeDocument/2006/relationships" id="261" r:id="R8db555331f7e4079"/>
    <p:sldId xmlns:r="http://schemas.openxmlformats.org/officeDocument/2006/relationships" id="262" r:id="R960f720676ac402d"/>
    <p:sldId xmlns:r="http://schemas.openxmlformats.org/officeDocument/2006/relationships" id="263" r:id="R3e51003469394678"/>
    <p:sldId xmlns:r="http://schemas.openxmlformats.org/officeDocument/2006/relationships" id="264" r:id="Rb2665e3c5cb249dc"/>
    <p:sldId xmlns:r="http://schemas.openxmlformats.org/officeDocument/2006/relationships" id="265" r:id="R7ebf5f54475448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84a6b9f9c4c4507" /><Relationship Type="http://schemas.openxmlformats.org/officeDocument/2006/relationships/slideMaster" Target="/ppt/slideMasters/slideMaster1.xml" Id="Rf2fe0f5015244ac1" /><Relationship Type="http://schemas.openxmlformats.org/officeDocument/2006/relationships/notesMaster" Target="/ppt/notesMasters/notesMaster1.xml" Id="R8e4555d0b6804bb8" /><Relationship Type="http://schemas.openxmlformats.org/officeDocument/2006/relationships/presProps" Target="/ppt/presProps.xml" Id="R4910e777a193455c" /><Relationship Type="http://schemas.openxmlformats.org/officeDocument/2006/relationships/tableStyles" Target="/ppt/tableStyles.xml" Id="R5e3094ada24d4a80" /><Relationship Type="http://schemas.openxmlformats.org/officeDocument/2006/relationships/slide" Target="/ppt/slides/slide1.xml" Id="Ra351fb8f34c24f1f" /><Relationship Type="http://schemas.openxmlformats.org/officeDocument/2006/relationships/slide" Target="/ppt/slides/slide2.xml" Id="R8156a98df1934b9a" /><Relationship Type="http://schemas.openxmlformats.org/officeDocument/2006/relationships/slide" Target="/ppt/slides/slide3.xml" Id="R730f85f7f7b14aad" /><Relationship Type="http://schemas.openxmlformats.org/officeDocument/2006/relationships/slide" Target="/ppt/slides/slide4.xml" Id="R12b7c54cc0e74823" /><Relationship Type="http://schemas.openxmlformats.org/officeDocument/2006/relationships/slide" Target="/ppt/slides/slide5.xml" Id="Rd08a3200124d43b7" /><Relationship Type="http://schemas.openxmlformats.org/officeDocument/2006/relationships/slide" Target="/ppt/slides/slide6.xml" Id="R8db555331f7e4079" /><Relationship Type="http://schemas.openxmlformats.org/officeDocument/2006/relationships/slide" Target="/ppt/slides/slide7.xml" Id="R960f720676ac402d" /><Relationship Type="http://schemas.openxmlformats.org/officeDocument/2006/relationships/slide" Target="/ppt/slides/slide8.xml" Id="R3e51003469394678" /><Relationship Type="http://schemas.openxmlformats.org/officeDocument/2006/relationships/slide" Target="/ppt/slides/slide9.xml" Id="Rb2665e3c5cb249dc" /><Relationship Type="http://schemas.openxmlformats.org/officeDocument/2006/relationships/slide" Target="/ppt/slides/slide10.xml" Id="R7ebf5f54475448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c18c14d3024d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34fa84b7a64cb7" /><Relationship Type="http://schemas.openxmlformats.org/officeDocument/2006/relationships/notesMaster" Target="/ppt/notesMasters/notesMaster1.xml" Id="Rb53a9fd5561541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a41eb5027b4030" /><Relationship Type="http://schemas.openxmlformats.org/officeDocument/2006/relationships/notesMaster" Target="/ppt/notesMasters/notesMaster1.xml" Id="R7fb9a6e4949a45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8c7c84abec43f9" /><Relationship Type="http://schemas.openxmlformats.org/officeDocument/2006/relationships/notesMaster" Target="/ppt/notesMasters/notesMaster1.xml" Id="R1652bf2836d44b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106c90c3f34c21" /><Relationship Type="http://schemas.openxmlformats.org/officeDocument/2006/relationships/notesMaster" Target="/ppt/notesMasters/notesMaster1.xml" Id="Re0e719d923b44be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0298b09cc74c29" /><Relationship Type="http://schemas.openxmlformats.org/officeDocument/2006/relationships/notesMaster" Target="/ppt/notesMasters/notesMaster1.xml" Id="R663b083260b649a6"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c4447c4f504bea" /><Relationship Type="http://schemas.openxmlformats.org/officeDocument/2006/relationships/notesMaster" Target="/ppt/notesMasters/notesMaster1.xml" Id="R67b0f11242b54d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e5dc1eccdc4a92" /><Relationship Type="http://schemas.openxmlformats.org/officeDocument/2006/relationships/notesMaster" Target="/ppt/notesMasters/notesMaster1.xml" Id="Rf730a57c22bb41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a38ab34a874520" /><Relationship Type="http://schemas.openxmlformats.org/officeDocument/2006/relationships/notesMaster" Target="/ppt/notesMasters/notesMaster1.xml" Id="R4d6631cbf00641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67333effc34efc" /><Relationship Type="http://schemas.openxmlformats.org/officeDocument/2006/relationships/notesMaster" Target="/ppt/notesMasters/notesMaster1.xml" Id="R7c10f321820e4d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33ae70ceb624035" /><Relationship Type="http://schemas.openxmlformats.org/officeDocument/2006/relationships/notesMaster" Target="/ppt/notesMasters/notesMaster1.xml" Id="R24da18882e2340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Every AI Act assessment begins with a list of the AI systems a company uses. AI Pre-Scan turns a company name into an evidence-backed first draft and shows the adviser what still needs verification. It does not make the legal decision.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The problem begins before the compliance form opens.</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README.md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Most compliance tools sensibly assess one known system at a time. But that creates a hidden assumption: someone has already found the systems. For many small companies, that inventory simply does not exist. A recruitment platform adds an AI feature. Marketing buys a new tool. An employee starts using a consumer assistant. None of those routes necessarily creates a central record. So, when the checker asks for each individual AI system, the SME's honest answer may be: “Which systems are those?” The compliance process begins with a blank page. AI Pre-Scan fills that missing step.</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AI Pre-Scan creates a useful starting point before that meeting.</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docs/demo-plan.md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Here is the complete loop. First, the system resolves the company and searches its public footprint: its own website, registry data, careers pages, vendor references and news. Second, it extracts candidate systems, but every proposed finding must pass the evidence gate. The exact quote must be present, the source must be traceable and the timing must fit the claim. Anything unsupported becomes undetermined, not a fact. Third, the adviser receives a candidate inventory plus the questions the public web cannot answer. Human review confirms the facts; a separate deterministic checker applies the law.</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The fastest way to understand that boundary is to see both kinds of output.</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docs/system-overview-slide.pptx</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docs/report-spec.md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[Enter Personio and select Scan.]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I begin with only a company name. From here, I take my hands off the keyboard and let the workflow run. It is resolving the organisation, researching its public footprint, extracting candidates and checking each claim against the evidence.</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[If the workflow loops back to research, point to it.]</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This loop-back is intentional. The gate could not support a proposed claim, so the graph returned to research instead of allowing a plausible-sounding statement into the report.</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[Open the Personio result and point to the highlighted quote.]</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For Personio, the report contains three candidate systems: one evidenced and two undetermined. The important part is not the count; it is this exact sentence: “AI Performance Summaries provide an AI-generated summary…” The adviser can inspect the support immediately, without treating the model's wording as evidence. The two candidates whose current use could not be established are converted into focused client questions.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[Switch to the Ballymaloe Foods result.]</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Now compare that with Ballymaloe Foods. The scan found no public evidence, so it claimed zero systems and produced one question to discuss. That does not mean the company uses no AI. It means an external scan cannot see enough to make that claim. This is the honest result: evidence when evidence exists, and a question when it does not.</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[If the live run is unavailable, open the retained sample reports.]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These are pre-generated reports created through the same documented run path.</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Those two reports are different because honesty is enforced before a finding ships.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samples/personio.md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samples/ballymaloe-foods.md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 docs/demo-plan.md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This gate is the core trust mechanism. A model cannot ship a finding merely because it sounds plausible. Three checks must pass: the exact quote exists in the fetched source, the provenance is complete and the source is current enough for the claim being made. If any check fails, the workflow researches again. If it still cannot support the claim, the result becomes undetermined and the uncertainty becomes a client question. Across five evaluation runs, honest refusal stayed at one hundred percent, thin-company false positives stayed at zero and provenance violations stayed at zero. The trust comes from the gate, not from asking the model to be careful.</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That gate also explains the stack choice.</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src/ai_prescan/gate.py</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eval/results.md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LangGraph is the primary orchestration layer because the deterministic evidence gate has to sit inside the decision loop. A supported finding moves forward to the report. A failed check sends the workflow back to research. When the retry limit is reached, the claim becomes undetermined rather than being forced through. n8n has a deliberately narrower role: it receives the finished report and files it in Notion. It does not research, judge evidence or make compliance decisions. We verified that delivery from the Notion API response itself, not merely from n8n reporting a successful run.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The same architecture points to a recurring product, not just a one-off scan.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stack_decision.md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workflows/README.md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MVP today is an on-demand scan of one company. The sharper post-MVP opportunity is vendor-drift monitoring. Imagine that, in May, a client's recruitment system has no evidenced AI-ranking feature. In June, the vendor adds AI CV ranking. By July, the adviser receives an alert: the client's system landscape changed even though the client bought nothing and started no internal project. That change signal can recur across an adviser portfolio. The commercial hypothesis is therefore simple: begin with an adviser pilot, prove that the drift alerts are accurate and useful, then test retained monitoring. That is future validation, not current traction. What is built today is the starting point: AI Pre-Scan turns AI discovery from a blank-page investigation into an auditable, focused conversation.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[End the timed presentation here. Open the appendix only for questions.]</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gtm_future_sprints.md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evaluation shows a clear split. The honesty controls are stable: unsupported claims are refused, thin-company false positives are zero and provenance violations are zero. Discovery quality is not yet at target. Recall is point four four four against point seven five. Role correctness is point seven three nine against point nine. Over-claiming is point three three three against a maximum of point one. We also saw identical code produce different recall across two runs. So one run cannot prove that a configuration improved the system. The next evaluation step is repeated runs per configuration, or a frozen page cache, before making tuning claims.</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eval/results.md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docs/eval-plan.md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boundary is deliberate. AI Pre-Scan discovers and documents candidate facts from public sources: possible systems, exact quoted evidence, provenance and unresolved questions. It does not classify legal risk. An adviser first confirms the facts with the client; only then does a separate deterministic checker apply the law and determine obligations. There is no path around that human checkpoint. Internal tools, systems behind a login and employee use of consumer AI remain outside an external scan's field of view. So the product never claims complete visibility, legal advice or an autonomous compliance decision.</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README.md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docs/report-spec.md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docs/elevator-pitch.md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indent="0" algn="l">
              <a:buNone/>
            </a:pPr>
            <a:r>
              <a:rPr sz="2000" b="0" u="none">
                <a:solidFill>
                  <a:srgbClr val="000000"/>
                </a:solidFill>
                <a:latin typeface="Arial"/>
                <a:ea typeface="Arial"/>
                <a:cs typeface="Arial"/>
              </a:rPr>
              <a:t>The MVP is working end to end. A scan can begin in the browser or from the command line with a company name. It researches across Serper, NewsAPI, GLEIF and Wikidata. OpenAI supports extraction, Pinecone stores evidence and the deterministic gate decides whether a finding is supported. The output is a Markdown report, which n8n can deliver into Notion. We evaluated twelve companies and retained two sample reports as reproducible artefacts; they are not hand-edited showcase copy. The offline test suite also passes. Scheduled sweeps and vendor-corpus ingestion are designed next steps, but they are not part of the built MVP.</a:t>
            </a:r>
            <a:endParaRPr sz="2000" b="0" u="none">
              <a:solidFill>
                <a:srgbClr val="000000"/>
              </a:solidFill>
              <a:latin typeface="Arial"/>
              <a:ea typeface="Arial"/>
              <a:cs typeface="Arial"/>
            </a:endParaRPr>
          </a:p>
          <a:p xmlns:a="http://schemas.openxmlformats.org/drawingml/2006/main">
            <a:pPr indent="0" algn="l">
              <a:buNone/>
            </a:pPr>
            <a:r>
              <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README.md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docs/architecture.md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workflows/README.md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eval/results.md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samples/personio.md</a:t>
            </a:r>
            <a:endParaRPr sz="2000" b="0" u="none">
              <a:solidFill>
                <a:srgbClr val="000000"/>
              </a:solidFill>
              <a:latin typeface="Arial"/>
              <a:ea typeface="Arial"/>
              <a:cs typeface="Arial"/>
            </a:endParaRPr>
          </a:p>
          <a:p xmlns:a="http://schemas.openxmlformats.org/drawingml/2006/main">
            <a:pPr indent="0" algn="l">
              <a:buNone/>
            </a:pPr>
            <a:r>
              <a:rPr sz="2000" b="0" u="none">
                <a:solidFill>
                  <a:srgbClr val="000000"/>
                </a:solidFill>
                <a:latin typeface="Arial"/>
                <a:ea typeface="Arial"/>
                <a:cs typeface="Arial"/>
              </a:rPr>
              <a:t>- samples/ballymaloe-foods.md</a:t>
            </a:r>
            <a:endParaRPr sz="2000" b="0" u="none">
              <a:solidFill>
                <a:srgbClr val="000000"/>
              </a:solidFill>
              <a:latin typeface="Arial"/>
              <a:ea typeface="Arial"/>
              <a:cs typeface="Arial"/>
            </a:endParaRPr>
          </a:p>
          <a:p xmlns:a="http://schemas.openxmlformats.org/drawingml/2006/main">
            <a:pPr indent="0" algn="l">
              <a:lnSpc>
                <a:spcPct val="100000"/>
              </a:lnSpc>
              <a:buNone/>
            </a:pPr>
            <a:r>
              <a:rPr sz="2000" b="0" u="none">
                <a:solidFill>
                  <a:srgbClr val="000000"/>
                </a:solidFill>
                <a:latin typeface="Arial"/>
                <a:ea typeface="Arial"/>
                <a:cs typeface="Arial"/>
              </a:rPr>
              <a:t>[/Sources]</a:t>
            </a:r>
            <a:endParaRPr sz="2000" b="0" u="none">
              <a:solidFill>
                <a:srgbClr val="000000"/>
              </a:solidFill>
              <a:latin typeface="Arial"/>
              <a:ea typeface="Arial"/>
              <a:cs typeface="Arial"/>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bd2cf8ad16419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17b5af2b87f479c" /></Relationships>
</file>

<file path=ppt/slideLayouts/slideLayout1.xml><?xml version="1.0" encoding="utf-8"?>
<p:sldLayout xmlns:p="http://schemas.openxmlformats.org/presentationml/2006/main" type="blank" preserve="1">
  <p:cSld name="DEFAULT">
    <p:bg>
      <p:bgPr>
        <a:solidFill xmlns:a="http://schemas.openxmlformats.org/drawingml/2006/main">
          <a:srgbClr val="FFFFFF"/>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MASTER">
    <p:bg>
      <p:bgPr>
        <a:solidFill xmlns:a="http://schemas.openxmlformats.org/drawingml/2006/main">
          <a:srgbClr val="FBFCFE"/>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D166689-95A8-483D-8E18-D9579C377F9E}"/>
              </a:ext>
            </a:extLst>
          </p:cNvPr>
          <p:cNvSpPr>
            <a:spLocks xmlns:a="http://schemas.openxmlformats.org/drawingml/2006/main" noGrp="1"/>
          </p:cNvSpPr>
          <p:nvPr/>
        </p:nvSpPr>
        <p:spPr>
          <a:xfrm xmlns:a="http://schemas.openxmlformats.org/drawingml/2006/main">
            <a:off x="0" y="0"/>
            <a:ext cx="109440" cy="685764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 name="PlaceHolder 1">
            <a:extLst xmlns:a="http://schemas.openxmlformats.org/drawingml/2006/main">
              <a:ext uri="{FF2B5EF4-FFF2-40B4-BE49-F238E27FC236}">
                <a16:creationId xmlns:a16="http://schemas.microsoft.com/office/drawing/2014/main" id="{7BD02B0F-168B-48D7-82C0-1C1D72DD8BBA}"/>
              </a:ext>
            </a:extLst>
          </p:cNvPr>
          <p:cNvSpPr>
            <a:spLocks xmlns:a="http://schemas.openxmlformats.org/drawingml/2006/main" noGrp="1"/>
          </p:cNvSpPr>
          <p:nvPr>
            <p:ph type="sldNum" idx="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95547B3-D671-4D4C-B9A9-29366E135E7C}" type="slidenum">
              <a:rPr sz="900" b="0" u="none">
                <a:solidFill>
                  <a:srgbClr val="94A3B8"/>
                </a:solidFill>
                <a:latin typeface="Aptos"/>
                <a:ea typeface="Aptos"/>
                <a:cs typeface="Aptos"/>
              </a:rPr>
              <a:t>&lt;number&gt;</a:t>
            </a:fld>
            <a:endParaRPr sz="900" b="0" u="none">
              <a:solidFill>
                <a:srgbClr val="000000"/>
              </a:solidFill>
              <a:latin typeface="Times New Roman"/>
              <a:ea typeface="Times New Roman"/>
              <a:cs typeface="Times New Roman"/>
            </a:endParaRPr>
          </a:p>
        </p:txBody>
      </p:sp>
      <p:sp>
        <p:nvSpPr>
          <p:cNvPr id="4" name="PlaceHolder 2">
            <a:extLst xmlns:a="http://schemas.openxmlformats.org/drawingml/2006/main">
              <a:ext uri="{FF2B5EF4-FFF2-40B4-BE49-F238E27FC236}">
                <a16:creationId xmlns:a16="http://schemas.microsoft.com/office/drawing/2014/main" id="{20FBEA45-2BB8-4D2C-9D8E-BE7A91B9FD9B}"/>
              </a:ext>
            </a:extLst>
          </p:cNvPr>
          <p:cNvSpPr>
            <a:spLocks xmlns:a="http://schemas.openxmlformats.org/drawingml/2006/main" noGrp="1"/>
          </p:cNvSpPr>
          <p:nvPr>
            <p:ph type="title" idx="0"/>
          </p:nvPr>
        </p:nvSpPr>
        <p:spPr>
          <a:xfrm xmlns:a="http://schemas.openxmlformats.org/drawingml/2006/main">
            <a:off x="609480" y="273600"/>
            <a:ext cx="10972440" cy="114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lvl1pPr indent="0" algn="l">
              <a:buNone/>
              <a:defRPr sz="1800" b="0" u="none">
                <a:solidFill>
                  <a:schemeClr val="dk1"/>
                </a:solidFill>
                <a:latin typeface="Aptos"/>
                <a:ea typeface="Aptos"/>
                <a:cs typeface="Aptos"/>
              </a:defRPr>
            </a:lvl1pPr>
          </a:lstStyle>
          <a:p xmlns:a="http://schemas.openxmlformats.org/drawingml/2006/main">
            <a:pPr indent="0" algn="l">
              <a:buNone/>
            </a:pPr>
            <a:r>
              <a:rPr sz="1800" b="0" u="none">
                <a:solidFill>
                  <a:schemeClr val="dk1"/>
                </a:solidFill>
                <a:latin typeface="Aptos"/>
                <a:ea typeface="Aptos"/>
                <a:cs typeface="Aptos"/>
              </a:rPr>
              <a:t>Click to edit the title text format</a:t>
            </a:r>
            <a:endParaRPr sz="1800" b="0" u="none">
              <a:solidFill>
                <a:schemeClr val="dk1"/>
              </a:solidFill>
              <a:latin typeface="Aptos"/>
              <a:ea typeface="Aptos"/>
              <a:cs typeface="Aptos"/>
            </a:endParaRPr>
          </a:p>
        </p:txBody>
      </p:sp>
      <p:sp>
        <p:nvSpPr>
          <p:cNvPr id="5" name="PlaceHolder 3">
            <a:extLst xmlns:a="http://schemas.openxmlformats.org/drawingml/2006/main">
              <a:ext uri="{FF2B5EF4-FFF2-40B4-BE49-F238E27FC236}">
                <a16:creationId xmlns:a16="http://schemas.microsoft.com/office/drawing/2014/main" id="{CEED2F09-57BF-4B7E-9012-007BC6D6CA7B}"/>
              </a:ext>
            </a:extLst>
          </p:cNvPr>
          <p:cNvSpPr>
            <a:spLocks xmlns:a="http://schemas.openxmlformats.org/drawingml/2006/main" noGrp="1"/>
          </p:cNvSpPr>
          <p:nvPr>
            <p:ph type="body" idx="0"/>
          </p:nvPr>
        </p:nvSpPr>
        <p:spPr>
          <a:xfrm xmlns:a="http://schemas.openxmlformats.org/drawingml/2006/main">
            <a:off x="609480" y="1604520"/>
            <a:ext cx="10972440" cy="3977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a:bodyPr>
          <a:lstStyle xmlns:a="http://schemas.openxmlformats.org/drawingml/2006/main">
            <a:lvl1pPr algn="l">
              <a:spcBef>
                <a:spcPts val="1417"/>
              </a:spcBef>
              <a:buClr>
                <a:srgbClr val="000000"/>
              </a:buClr>
              <a:buSzPct val="45000"/>
              <a:buFont typeface="Wingdings"/>
              <a:buChar char=""/>
              <a:defRPr sz="3200" b="0" u="none">
                <a:solidFill>
                  <a:schemeClr val="dk1"/>
                </a:solidFill>
                <a:latin typeface="Aptos"/>
                <a:ea typeface="Aptos"/>
                <a:cs typeface="Aptos"/>
              </a:defRPr>
            </a:lvl1pPr>
            <a:lvl2pPr algn="l">
              <a:spcBef>
                <a:spcPts val="1134"/>
              </a:spcBef>
              <a:buClr>
                <a:srgbClr val="000000"/>
              </a:buClr>
              <a:buSzPct val="75000"/>
              <a:buFont typeface="Symbol"/>
              <a:buChar char=""/>
              <a:defRPr sz="2400" b="0" u="none">
                <a:solidFill>
                  <a:schemeClr val="dk1"/>
                </a:solidFill>
                <a:latin typeface="Aptos"/>
                <a:ea typeface="Aptos"/>
                <a:cs typeface="Aptos"/>
              </a:defRPr>
            </a:lvl2pPr>
            <a:lvl3pPr algn="l">
              <a:spcBef>
                <a:spcPts val="850"/>
              </a:spcBef>
              <a:buClr>
                <a:srgbClr val="000000"/>
              </a:buClr>
              <a:buSzPct val="45000"/>
              <a:buFont typeface="Wingdings"/>
              <a:buChar char=""/>
              <a:defRPr sz="2000" b="0" u="none">
                <a:solidFill>
                  <a:schemeClr val="dk1"/>
                </a:solidFill>
                <a:latin typeface="Aptos"/>
                <a:ea typeface="Aptos"/>
                <a:cs typeface="Aptos"/>
              </a:defRPr>
            </a:lvl3pPr>
            <a:lvl4pPr algn="l">
              <a:spcBef>
                <a:spcPts val="567"/>
              </a:spcBef>
              <a:buClr>
                <a:srgbClr val="000000"/>
              </a:buClr>
              <a:buSzPct val="75000"/>
              <a:buFont typeface="Symbol"/>
              <a:buChar char=""/>
              <a:defRPr sz="2000" b="0" u="none">
                <a:solidFill>
                  <a:schemeClr val="dk1"/>
                </a:solidFill>
                <a:latin typeface="Aptos"/>
                <a:ea typeface="Aptos"/>
                <a:cs typeface="Aptos"/>
              </a:defRPr>
            </a:lvl4pPr>
            <a:lvl5pPr algn="l">
              <a:spcBef>
                <a:spcPts val="283"/>
              </a:spcBef>
              <a:buClr>
                <a:srgbClr val="000000"/>
              </a:buClr>
              <a:buSzPct val="45000"/>
              <a:buFont typeface="Wingdings"/>
              <a:buChar char=""/>
              <a:defRPr sz="2000" b="0" u="none">
                <a:solidFill>
                  <a:schemeClr val="dk1"/>
                </a:solidFill>
                <a:latin typeface="Aptos"/>
                <a:ea typeface="Aptos"/>
                <a:cs typeface="Aptos"/>
              </a:defRPr>
            </a:lvl5pPr>
            <a:lvl6pPr algn="l">
              <a:spcBef>
                <a:spcPts val="283"/>
              </a:spcBef>
              <a:buClr>
                <a:srgbClr val="000000"/>
              </a:buClr>
              <a:buSzPct val="45000"/>
              <a:buFont typeface="Wingdings"/>
              <a:buChar char=""/>
              <a:defRPr sz="2000" b="0" u="none">
                <a:solidFill>
                  <a:schemeClr val="dk1"/>
                </a:solidFill>
                <a:latin typeface="Aptos"/>
                <a:ea typeface="Aptos"/>
                <a:cs typeface="Aptos"/>
              </a:defRPr>
            </a:lvl6pPr>
            <a:lvl7pPr algn="l">
              <a:spcBef>
                <a:spcPts val="283"/>
              </a:spcBef>
              <a:buClr>
                <a:srgbClr val="000000"/>
              </a:buClr>
              <a:buSzPct val="45000"/>
              <a:buFont typeface="Wingdings"/>
              <a:buChar char=""/>
              <a:defRPr sz="2000" b="0" u="none">
                <a:solidFill>
                  <a:schemeClr val="dk1"/>
                </a:solidFill>
                <a:latin typeface="Aptos"/>
                <a:ea typeface="Aptos"/>
                <a:cs typeface="Aptos"/>
              </a:defRPr>
            </a:lvl7pPr>
          </a:lstStyle>
          <a:p xmlns:a="http://schemas.openxmlformats.org/drawingml/2006/main">
            <a:pPr marL="432000" indent="-324000" algn="l">
              <a:spcBef>
                <a:spcPts val="1417"/>
              </a:spcBef>
              <a:buClr>
                <a:srgbClr val="000000"/>
              </a:buClr>
              <a:buSzPct val="45000"/>
              <a:buFont typeface="Wingdings"/>
              <a:buChar char=""/>
            </a:pPr>
            <a:r>
              <a:rPr sz="3200" b="0" u="none">
                <a:solidFill>
                  <a:schemeClr val="dk1"/>
                </a:solidFill>
                <a:latin typeface="Aptos"/>
                <a:ea typeface="Aptos"/>
                <a:cs typeface="Aptos"/>
              </a:rPr>
              <a:t>Click to edit the outline text format</a:t>
            </a:r>
            <a:endParaRPr sz="3200" b="0" u="none">
              <a:solidFill>
                <a:schemeClr val="dk1"/>
              </a:solidFill>
              <a:latin typeface="Aptos"/>
              <a:ea typeface="Aptos"/>
              <a:cs typeface="Aptos"/>
            </a:endParaRPr>
          </a:p>
          <a:p xmlns:a="http://schemas.openxmlformats.org/drawingml/2006/main">
            <a:pPr marL="864000" lvl="1" indent="-324000" algn="l">
              <a:spcBef>
                <a:spcPts val="1134"/>
              </a:spcBef>
              <a:buClr>
                <a:srgbClr val="000000"/>
              </a:buClr>
              <a:buSzPct val="75000"/>
              <a:buFont typeface="Symbol"/>
              <a:buChar char=""/>
            </a:pPr>
            <a:r>
              <a:rPr sz="2400" b="0" u="none">
                <a:solidFill>
                  <a:schemeClr val="dk1"/>
                </a:solidFill>
                <a:latin typeface="Aptos"/>
                <a:ea typeface="Aptos"/>
                <a:cs typeface="Aptos"/>
              </a:rPr>
              <a:t>Second Outline Level</a:t>
            </a:r>
            <a:endParaRPr sz="2400" b="0" u="none">
              <a:solidFill>
                <a:schemeClr val="dk1"/>
              </a:solidFill>
              <a:latin typeface="Aptos"/>
              <a:ea typeface="Aptos"/>
              <a:cs typeface="Aptos"/>
            </a:endParaRPr>
          </a:p>
          <a:p xmlns:a="http://schemas.openxmlformats.org/drawingml/2006/main">
            <a:pPr marL="1296000" lvl="2" indent="-288000" algn="l">
              <a:spcBef>
                <a:spcPts val="850"/>
              </a:spcBef>
              <a:buClr>
                <a:srgbClr val="000000"/>
              </a:buClr>
              <a:buSzPct val="45000"/>
              <a:buFont typeface="Wingdings"/>
              <a:buChar char=""/>
            </a:pPr>
            <a:r>
              <a:rPr sz="2000" b="0" u="none">
                <a:solidFill>
                  <a:schemeClr val="dk1"/>
                </a:solidFill>
                <a:latin typeface="Aptos"/>
                <a:ea typeface="Aptos"/>
                <a:cs typeface="Aptos"/>
              </a:rPr>
              <a:t>Third Outline Level</a:t>
            </a:r>
            <a:endParaRPr sz="2000" b="0" u="none">
              <a:solidFill>
                <a:schemeClr val="dk1"/>
              </a:solidFill>
              <a:latin typeface="Aptos"/>
              <a:ea typeface="Aptos"/>
              <a:cs typeface="Aptos"/>
            </a:endParaRPr>
          </a:p>
          <a:p xmlns:a="http://schemas.openxmlformats.org/drawingml/2006/main">
            <a:pPr marL="1728000" lvl="3" indent="-216000" algn="l">
              <a:spcBef>
                <a:spcPts val="567"/>
              </a:spcBef>
              <a:buClr>
                <a:srgbClr val="000000"/>
              </a:buClr>
              <a:buSzPct val="75000"/>
              <a:buFont typeface="Symbol"/>
              <a:buChar char=""/>
            </a:pPr>
            <a:r>
              <a:rPr sz="2000" b="0" u="none">
                <a:solidFill>
                  <a:schemeClr val="dk1"/>
                </a:solidFill>
                <a:latin typeface="Aptos"/>
                <a:ea typeface="Aptos"/>
                <a:cs typeface="Aptos"/>
              </a:rPr>
              <a:t>Fourth Outline Level</a:t>
            </a:r>
            <a:endParaRPr sz="2000" b="0" u="none">
              <a:solidFill>
                <a:schemeClr val="dk1"/>
              </a:solidFill>
              <a:latin typeface="Aptos"/>
              <a:ea typeface="Aptos"/>
              <a:cs typeface="Aptos"/>
            </a:endParaRPr>
          </a:p>
          <a:p xmlns:a="http://schemas.openxmlformats.org/drawingml/2006/main">
            <a:pPr marL="2160000" lvl="4" indent="-216000" algn="l">
              <a:spcBef>
                <a:spcPts val="283"/>
              </a:spcBef>
              <a:buClr>
                <a:srgbClr val="000000"/>
              </a:buClr>
              <a:buSzPct val="45000"/>
              <a:buFont typeface="Wingdings"/>
              <a:buChar char=""/>
            </a:pPr>
            <a:r>
              <a:rPr sz="2000" b="0" u="none">
                <a:solidFill>
                  <a:schemeClr val="dk1"/>
                </a:solidFill>
                <a:latin typeface="Aptos"/>
                <a:ea typeface="Aptos"/>
                <a:cs typeface="Aptos"/>
              </a:rPr>
              <a:t>Fifth Outline Level</a:t>
            </a:r>
            <a:endParaRPr sz="2000" b="0" u="none">
              <a:solidFill>
                <a:schemeClr val="dk1"/>
              </a:solidFill>
              <a:latin typeface="Aptos"/>
              <a:ea typeface="Aptos"/>
              <a:cs typeface="Aptos"/>
            </a:endParaRPr>
          </a:p>
          <a:p xmlns:a="http://schemas.openxmlformats.org/drawingml/2006/main">
            <a:pPr marL="2592000" lvl="5" indent="-216000" algn="l">
              <a:spcBef>
                <a:spcPts val="283"/>
              </a:spcBef>
              <a:buClr>
                <a:srgbClr val="000000"/>
              </a:buClr>
              <a:buSzPct val="45000"/>
              <a:buFont typeface="Wingdings"/>
              <a:buChar char=""/>
            </a:pPr>
            <a:r>
              <a:rPr sz="2000" b="0" u="none">
                <a:solidFill>
                  <a:schemeClr val="dk1"/>
                </a:solidFill>
                <a:latin typeface="Aptos"/>
                <a:ea typeface="Aptos"/>
                <a:cs typeface="Aptos"/>
              </a:rPr>
              <a:t>Sixth Outline Level</a:t>
            </a:r>
            <a:endParaRPr sz="2000" b="0" u="none">
              <a:solidFill>
                <a:schemeClr val="dk1"/>
              </a:solidFill>
              <a:latin typeface="Aptos"/>
              <a:ea typeface="Aptos"/>
              <a:cs typeface="Aptos"/>
            </a:endParaRPr>
          </a:p>
          <a:p xmlns:a="http://schemas.openxmlformats.org/drawingml/2006/main">
            <a:pPr marL="3024000" lvl="6" indent="-216000" algn="l">
              <a:spcBef>
                <a:spcPts val="283"/>
              </a:spcBef>
              <a:buClr>
                <a:srgbClr val="000000"/>
              </a:buClr>
              <a:buSzPct val="45000"/>
              <a:buFont typeface="Wingdings"/>
              <a:buChar char=""/>
            </a:pPr>
            <a:r>
              <a:rPr sz="2000" b="0" u="none">
                <a:solidFill>
                  <a:schemeClr val="dk1"/>
                </a:solidFill>
                <a:latin typeface="Aptos"/>
                <a:ea typeface="Aptos"/>
                <a:cs typeface="Aptos"/>
              </a:rPr>
              <a:t>Seventh Outline Level</a:t>
            </a:r>
            <a:endParaRPr sz="2000" b="0" u="none">
              <a:solidFill>
                <a:schemeClr val="dk1"/>
              </a:solidFill>
              <a:latin typeface="Aptos"/>
              <a:ea typeface="Aptos"/>
              <a:cs typeface="Aptos"/>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ad06cd96d54ba4" /><Relationship Type="http://schemas.openxmlformats.org/officeDocument/2006/relationships/slideLayout" Target="/ppt/slideLayouts/slideLayout1.xml" Id="Rb68741653fe84f61" /><Relationship Type="http://schemas.openxmlformats.org/officeDocument/2006/relationships/slideLayout" Target="/ppt/slideLayouts/slideLayout2.xml" Id="R91ecdbabc9584577"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8741653fe84f61"/>
    <p:sldLayoutId xmlns:r="http://schemas.openxmlformats.org/officeDocument/2006/relationships" id="2147483650" r:id="R91ecdbabc9584577"/>
  </p:sldLayoutIdLst>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7aaa991a7978477a" /><Relationship Type="http://schemas.openxmlformats.org/officeDocument/2006/relationships/notesSlide" Target="/ppt/notesSlides/notesSlide1.xml" Id="R1656af332b8044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3eed69be0ea543cf" /><Relationship Type="http://schemas.openxmlformats.org/officeDocument/2006/relationships/notesSlide" Target="/ppt/notesSlides/notesSlide2.xml" Id="Re1931694f22f4d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cfa305bfe9144f5a" /><Relationship Type="http://schemas.openxmlformats.org/officeDocument/2006/relationships/notesSlide" Target="/ppt/notesSlides/notesSlide3.xml" Id="R077fad754d8b45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19e13caa9f2e4b90" /><Relationship Type="http://schemas.openxmlformats.org/officeDocument/2006/relationships/notesSlide" Target="/ppt/notesSlides/notesSlide4.xml" Id="Rccc0ba63b35f48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47ddc9750518448d" /><Relationship Type="http://schemas.openxmlformats.org/officeDocument/2006/relationships/notesSlide" Target="/ppt/notesSlides/notesSlide5.xml" Id="R5470077bb7b447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4fdfd3ee2bf47df" /><Relationship Type="http://schemas.openxmlformats.org/officeDocument/2006/relationships/notesSlide" Target="/ppt/notesSlides/notesSlide6.xml" Id="R98601be8167348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70f844d67094722" /><Relationship Type="http://schemas.openxmlformats.org/officeDocument/2006/relationships/notesSlide" Target="/ppt/notesSlides/notesSlide7.xml" Id="R7cfa21035ec94a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498835a727434bcd" /><Relationship Type="http://schemas.openxmlformats.org/officeDocument/2006/relationships/notesSlide" Target="/ppt/notesSlides/notesSlide8.xml" Id="R8ed3f7b72cc24d09"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521c8d9dc0434208" /><Relationship Type="http://schemas.openxmlformats.org/officeDocument/2006/relationships/notesSlide" Target="/ppt/notesSlides/notesSlide9.xml" Id="Rbd9cea2da97c42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5c36abf6a6f24196" /><Relationship Type="http://schemas.openxmlformats.org/officeDocument/2006/relationships/notesSlide" Target="/ppt/notesSlides/notesSlide10.xml" Id="R2420ff40d4254dcf" /></Relationships>
</file>

<file path=ppt/slides/slide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2" name="Text 0">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731520" y="567000"/>
            <a:ext cx="21942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spc="221">
                <a:solidFill>
                  <a:srgbClr val="2563EB"/>
                </a:solidFill>
                <a:latin typeface="Aptos"/>
                <a:ea typeface="Aptos"/>
                <a:cs typeface="Aptos"/>
              </a:rPr>
              <a:t>AI PRE-SCAN</a:t>
            </a:r>
            <a:endParaRPr sz="1200" b="0" u="none">
              <a:solidFill>
                <a:srgbClr val="000000"/>
              </a:solidFill>
              <a:latin typeface="Arial"/>
              <a:ea typeface="Arial"/>
              <a:cs typeface="Arial"/>
            </a:endParaRPr>
          </a:p>
        </p:txBody>
      </p:sp>
      <p:sp>
        <p:nvSpPr>
          <p:cNvPr id="13" name="Text 1">
            <a:extLst xmlns:a="http://schemas.openxmlformats.org/drawingml/2006/main">
              <a:ext uri="{FF2B5EF4-FFF2-40B4-BE49-F238E27FC236}">
                <a16:creationId xmlns:a16="http://schemas.microsoft.com/office/drawing/2014/main" id="{E7DFE0B7-4D05-495F-BCBB-46AF6E849665}"/>
              </a:ext>
            </a:extLst>
          </p:cNvPr>
          <p:cNvSpPr>
            <a:spLocks xmlns:a="http://schemas.openxmlformats.org/drawingml/2006/main" noGrp="1"/>
          </p:cNvSpPr>
          <p:nvPr/>
        </p:nvSpPr>
        <p:spPr>
          <a:xfrm xmlns:a="http://schemas.openxmlformats.org/drawingml/2006/main">
            <a:off x="731520" y="1161360"/>
            <a:ext cx="5988960" cy="1508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The missing step</a:t>
            </a:r>
            <a:endParaRPr sz="5200" b="0" u="none">
              <a:solidFill>
                <a:srgbClr val="000000"/>
              </a:solidFill>
              <a:latin typeface="Arial"/>
              <a:ea typeface="Arial"/>
              <a:cs typeface="Arial"/>
            </a:endParaRPr>
          </a:p>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before AI Act assessment</a:t>
            </a:r>
            <a:endParaRPr sz="5200" b="0" u="none">
              <a:solidFill>
                <a:srgbClr val="000000"/>
              </a:solidFill>
              <a:latin typeface="Arial"/>
              <a:ea typeface="Arial"/>
              <a:cs typeface="Arial"/>
            </a:endParaRPr>
          </a:p>
        </p:txBody>
      </p:sp>
      <p:sp>
        <p:nvSpPr>
          <p:cNvPr id="14" name="Text 2">
            <a:extLst xmlns:a="http://schemas.openxmlformats.org/drawingml/2006/main">
              <a:ext uri="{FF2B5EF4-FFF2-40B4-BE49-F238E27FC236}">
                <a16:creationId xmlns:a16="http://schemas.microsoft.com/office/drawing/2014/main" id="{98374123-18DF-43B2-AE69-45CC83D97A74}"/>
              </a:ext>
            </a:extLst>
          </p:cNvPr>
          <p:cNvSpPr>
            <a:spLocks xmlns:a="http://schemas.openxmlformats.org/drawingml/2006/main" noGrp="1"/>
          </p:cNvSpPr>
          <p:nvPr/>
        </p:nvSpPr>
        <p:spPr>
          <a:xfrm xmlns:a="http://schemas.openxmlformats.org/drawingml/2006/main">
            <a:off x="749880" y="2990160"/>
            <a:ext cx="5348880" cy="6580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6000"/>
              </a:lnSpc>
              <a:buNone/>
              <a:tabLst>
                <a:tab pos="0" algn="l"/>
              </a:tabLst>
            </a:pPr>
            <a:r>
              <a:rPr sz="2100" b="0" u="none">
                <a:solidFill>
                  <a:srgbClr val="64748B"/>
                </a:solidFill>
                <a:latin typeface="Aptos"/>
                <a:ea typeface="Aptos"/>
                <a:cs typeface="Aptos"/>
              </a:rPr>
              <a:t>Company name → evidence-backed first draft → focused client conversation</a:t>
            </a:r>
            <a:endParaRPr sz="2100" b="0" u="none">
              <a:solidFill>
                <a:srgbClr val="000000"/>
              </a:solidFill>
              <a:latin typeface="Arial"/>
              <a:ea typeface="Arial"/>
              <a:cs typeface="Arial"/>
            </a:endParaRPr>
          </a:p>
        </p:txBody>
      </p:sp>
      <p:sp>
        <p:nvSpPr>
          <p:cNvPr id="15" name="Shape 3">
            <a:extLst xmlns:a="http://schemas.openxmlformats.org/drawingml/2006/main">
              <a:ext uri="{FF2B5EF4-FFF2-40B4-BE49-F238E27FC236}">
                <a16:creationId xmlns:a16="http://schemas.microsoft.com/office/drawing/2014/main" id="{D48F4F8E-2C3D-4BEE-95E6-304546D3A41E}"/>
              </a:ext>
            </a:extLst>
          </p:cNvPr>
          <p:cNvSpPr>
            <a:spLocks xmlns:a="http://schemas.openxmlformats.org/drawingml/2006/main" noGrp="1"/>
          </p:cNvSpPr>
          <p:nvPr/>
        </p:nvSpPr>
        <p:spPr>
          <a:xfrm xmlns:a="http://schemas.openxmlformats.org/drawingml/2006/main">
            <a:off x="6080760" y="3474720"/>
            <a:ext cx="1005840" cy="360"/>
          </a:xfrm>
          <a:prstGeom xmlns:a="http://schemas.openxmlformats.org/drawingml/2006/main" prst="line">
            <a:avLst/>
          </a:prstGeom>
          <a:ln xmlns:a="http://schemas.openxmlformats.org/drawingml/2006/main" w="381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 name="Shape 4">
            <a:extLst xmlns:a="http://schemas.openxmlformats.org/drawingml/2006/main">
              <a:ext uri="{FF2B5EF4-FFF2-40B4-BE49-F238E27FC236}">
                <a16:creationId xmlns:a16="http://schemas.microsoft.com/office/drawing/2014/main" id="{4B83DE43-CEE5-4A51-8D91-942D78E30CD2}"/>
              </a:ext>
            </a:extLst>
          </p:cNvPr>
          <p:cNvSpPr>
            <a:spLocks xmlns:a="http://schemas.openxmlformats.org/drawingml/2006/main" noGrp="1"/>
          </p:cNvSpPr>
          <p:nvPr/>
        </p:nvSpPr>
        <p:spPr>
          <a:xfrm xmlns:a="http://schemas.openxmlformats.org/drawingml/2006/main">
            <a:off x="6903720" y="1124640"/>
            <a:ext cx="4388760" cy="4370400"/>
          </a:xfrm>
          <a:prstGeom xmlns:a="http://schemas.openxmlformats.org/drawingml/2006/main" prst="roundRect">
            <a:avLst>
              <a:gd name="adj" fmla="val 3347"/>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19080" dist="50402" dir="2700000" sx="100000" sy="100000" kx="0" ky="0" algn="bl" rotWithShape="0">
              <a:srgbClr val="0B1020">
                <a:alpha val="1200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 name="Text 5">
            <a:extLst xmlns:a="http://schemas.openxmlformats.org/drawingml/2006/main">
              <a:ext uri="{FF2B5EF4-FFF2-40B4-BE49-F238E27FC236}">
                <a16:creationId xmlns:a16="http://schemas.microsoft.com/office/drawing/2014/main" id="{4DCDC336-8589-4187-BE2A-BE6D50DF8384}"/>
              </a:ext>
            </a:extLst>
          </p:cNvPr>
          <p:cNvSpPr>
            <a:spLocks xmlns:a="http://schemas.openxmlformats.org/drawingml/2006/main" noGrp="1"/>
          </p:cNvSpPr>
          <p:nvPr/>
        </p:nvSpPr>
        <p:spPr>
          <a:xfrm xmlns:a="http://schemas.openxmlformats.org/drawingml/2006/main">
            <a:off x="7260480" y="1444680"/>
            <a:ext cx="1279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50">
                <a:solidFill>
                  <a:srgbClr val="2563EB"/>
                </a:solidFill>
                <a:latin typeface="Aptos"/>
                <a:ea typeface="Aptos"/>
                <a:cs typeface="Aptos"/>
              </a:rPr>
              <a:t>PERSONIO</a:t>
            </a:r>
            <a:endParaRPr sz="1100" b="0" u="none">
              <a:solidFill>
                <a:srgbClr val="000000"/>
              </a:solidFill>
              <a:latin typeface="Arial"/>
              <a:ea typeface="Arial"/>
              <a:cs typeface="Arial"/>
            </a:endParaRPr>
          </a:p>
        </p:txBody>
      </p:sp>
      <p:sp>
        <p:nvSpPr>
          <p:cNvPr id="18" name="Text 6">
            <a:extLst xmlns:a="http://schemas.openxmlformats.org/drawingml/2006/main">
              <a:ext uri="{FF2B5EF4-FFF2-40B4-BE49-F238E27FC236}">
                <a16:creationId xmlns:a16="http://schemas.microsoft.com/office/drawing/2014/main" id="{B6BFCD2F-2932-4AB5-A3DB-E0DC24CE0FF3}"/>
              </a:ext>
            </a:extLst>
          </p:cNvPr>
          <p:cNvSpPr>
            <a:spLocks xmlns:a="http://schemas.openxmlformats.org/drawingml/2006/main" noGrp="1"/>
          </p:cNvSpPr>
          <p:nvPr/>
        </p:nvSpPr>
        <p:spPr>
          <a:xfrm xmlns:a="http://schemas.openxmlformats.org/drawingml/2006/main">
            <a:off x="9802440" y="1426320"/>
            <a:ext cx="959760" cy="255600"/>
          </a:xfrm>
          <a:prstGeom xmlns:a="http://schemas.openxmlformats.org/drawingml/2006/main" prst="rect">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0F766E"/>
                </a:solidFill>
                <a:latin typeface="Aptos"/>
                <a:ea typeface="Aptos"/>
                <a:cs typeface="Aptos"/>
              </a:rPr>
              <a:t>EVIDENCED</a:t>
            </a:r>
            <a:endParaRPr sz="1000" b="0" u="none">
              <a:solidFill>
                <a:srgbClr val="000000"/>
              </a:solidFill>
              <a:latin typeface="Arial"/>
              <a:ea typeface="Arial"/>
              <a:cs typeface="Arial"/>
            </a:endParaRPr>
          </a:p>
        </p:txBody>
      </p:sp>
      <p:sp>
        <p:nvSpPr>
          <p:cNvPr id="19" name="Text 7">
            <a:extLst xmlns:a="http://schemas.openxmlformats.org/drawingml/2006/main">
              <a:ext uri="{FF2B5EF4-FFF2-40B4-BE49-F238E27FC236}">
                <a16:creationId xmlns:a16="http://schemas.microsoft.com/office/drawing/2014/main" id="{BF52DA37-E023-4BBA-A2D1-8E12E9DC113A}"/>
              </a:ext>
            </a:extLst>
          </p:cNvPr>
          <p:cNvSpPr>
            <a:spLocks xmlns:a="http://schemas.openxmlformats.org/drawingml/2006/main" noGrp="1"/>
          </p:cNvSpPr>
          <p:nvPr/>
        </p:nvSpPr>
        <p:spPr>
          <a:xfrm xmlns:a="http://schemas.openxmlformats.org/drawingml/2006/main">
            <a:off x="7260480" y="1847160"/>
            <a:ext cx="3611520" cy="392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AI Performance Summaries</a:t>
            </a:r>
            <a:endParaRPr sz="2200" b="0" u="none">
              <a:solidFill>
                <a:srgbClr val="000000"/>
              </a:solidFill>
              <a:latin typeface="Arial"/>
              <a:ea typeface="Arial"/>
              <a:cs typeface="Arial"/>
            </a:endParaRPr>
          </a:p>
        </p:txBody>
      </p:sp>
      <p:sp>
        <p:nvSpPr>
          <p:cNvPr id="20" name="Text 8">
            <a:extLst xmlns:a="http://schemas.openxmlformats.org/drawingml/2006/main">
              <a:ext uri="{FF2B5EF4-FFF2-40B4-BE49-F238E27FC236}">
                <a16:creationId xmlns:a16="http://schemas.microsoft.com/office/drawing/2014/main" id="{5C62FE84-FFC5-472D-B712-B45AD9CF6F46}"/>
              </a:ext>
            </a:extLst>
          </p:cNvPr>
          <p:cNvSpPr>
            <a:spLocks xmlns:a="http://schemas.openxmlformats.org/drawingml/2006/main" noGrp="1"/>
          </p:cNvSpPr>
          <p:nvPr/>
        </p:nvSpPr>
        <p:spPr>
          <a:xfrm xmlns:a="http://schemas.openxmlformats.org/drawingml/2006/main">
            <a:off x="7260480" y="2541960"/>
            <a:ext cx="3428640" cy="950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800" b="0" i="1" u="none">
                <a:solidFill>
                  <a:srgbClr val="273244"/>
                </a:solidFill>
                <a:latin typeface="Aptos"/>
                <a:ea typeface="Aptos"/>
                <a:cs typeface="Aptos"/>
              </a:rPr>
              <a:t>“AI Performance Summaries provide an AI-generated summary of all continuous feedback…”</a:t>
            </a:r>
            <a:endParaRPr sz="1800" b="0" u="none">
              <a:solidFill>
                <a:srgbClr val="000000"/>
              </a:solidFill>
              <a:latin typeface="Arial"/>
              <a:ea typeface="Arial"/>
              <a:cs typeface="Arial"/>
            </a:endParaRPr>
          </a:p>
        </p:txBody>
      </p:sp>
      <p:sp>
        <p:nvSpPr>
          <p:cNvPr id="21" name="Shape 9">
            <a:extLst xmlns:a="http://schemas.openxmlformats.org/drawingml/2006/main">
              <a:ext uri="{FF2B5EF4-FFF2-40B4-BE49-F238E27FC236}">
                <a16:creationId xmlns:a16="http://schemas.microsoft.com/office/drawing/2014/main" id="{A400C2A8-7BE8-4F7A-B873-E2535012B1E0}"/>
              </a:ext>
            </a:extLst>
          </p:cNvPr>
          <p:cNvSpPr>
            <a:spLocks xmlns:a="http://schemas.openxmlformats.org/drawingml/2006/main" noGrp="1"/>
          </p:cNvSpPr>
          <p:nvPr/>
        </p:nvSpPr>
        <p:spPr>
          <a:xfrm xmlns:a="http://schemas.openxmlformats.org/drawingml/2006/main">
            <a:off x="7260120" y="3712320"/>
            <a:ext cx="3611880" cy="36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 name="Text 10">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480" y="3931920"/>
            <a:ext cx="31543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public evidence cannot settle</a:t>
            </a:r>
            <a:endParaRPr sz="1200" b="0" u="none">
              <a:solidFill>
                <a:srgbClr val="000000"/>
              </a:solidFill>
              <a:latin typeface="Arial"/>
              <a:ea typeface="Arial"/>
              <a:cs typeface="Arial"/>
            </a:endParaRPr>
          </a:p>
        </p:txBody>
      </p:sp>
      <p:sp>
        <p:nvSpPr>
          <p:cNvPr id="23" name="Text 11">
            <a:extLst xmlns:a="http://schemas.openxmlformats.org/drawingml/2006/main">
              <a:ext uri="{FF2B5EF4-FFF2-40B4-BE49-F238E27FC236}">
                <a16:creationId xmlns:a16="http://schemas.microsoft.com/office/drawing/2014/main" id="{C7FD9175-3DE2-4D19-9DAD-C6214EC893AC}"/>
              </a:ext>
            </a:extLst>
          </p:cNvPr>
          <p:cNvSpPr>
            <a:spLocks xmlns:a="http://schemas.openxmlformats.org/drawingml/2006/main" noGrp="1"/>
          </p:cNvSpPr>
          <p:nvPr/>
        </p:nvSpPr>
        <p:spPr>
          <a:xfrm xmlns:a="http://schemas.openxmlformats.org/drawingml/2006/main">
            <a:off x="7260480" y="4297680"/>
            <a:ext cx="3382920" cy="511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Is this in use today, and since when?</a:t>
            </a:r>
            <a:endParaRPr sz="2200" b="0" u="none">
              <a:solidFill>
                <a:srgbClr val="000000"/>
              </a:solidFill>
              <a:latin typeface="Arial"/>
              <a:ea typeface="Arial"/>
              <a:cs typeface="Arial"/>
            </a:endParaRPr>
          </a:p>
        </p:txBody>
      </p:sp>
      <p:sp>
        <p:nvSpPr>
          <p:cNvPr id="24" name="Text 12">
            <a:extLst xmlns:a="http://schemas.openxmlformats.org/drawingml/2006/main">
              <a:ext uri="{FF2B5EF4-FFF2-40B4-BE49-F238E27FC236}">
                <a16:creationId xmlns:a16="http://schemas.microsoft.com/office/drawing/2014/main" id="{6E9BDD08-A28B-4EE7-99E7-6153730EBCBB}"/>
              </a:ext>
            </a:extLst>
          </p:cNvPr>
          <p:cNvSpPr>
            <a:spLocks xmlns:a="http://schemas.openxmlformats.org/drawingml/2006/main" noGrp="1"/>
          </p:cNvSpPr>
          <p:nvPr/>
        </p:nvSpPr>
        <p:spPr>
          <a:xfrm xmlns:a="http://schemas.openxmlformats.org/drawingml/2006/main">
            <a:off x="7260480" y="4974480"/>
            <a:ext cx="1188360" cy="255600"/>
          </a:xfrm>
          <a:prstGeom xmlns:a="http://schemas.openxmlformats.org/drawingml/2006/main" prst="rect">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UNDETERMINED</a:t>
            </a:r>
            <a:endParaRPr sz="1000" b="0" u="none">
              <a:solidFill>
                <a:srgbClr val="000000"/>
              </a:solidFill>
              <a:latin typeface="Arial"/>
              <a:ea typeface="Arial"/>
              <a:cs typeface="Arial"/>
            </a:endParaRPr>
          </a:p>
        </p:txBody>
      </p:sp>
      <p:sp>
        <p:nvSpPr>
          <p:cNvPr id="25" name="Text 13">
            <a:extLst xmlns:a="http://schemas.openxmlformats.org/drawingml/2006/main">
              <a:ext uri="{FF2B5EF4-FFF2-40B4-BE49-F238E27FC236}">
                <a16:creationId xmlns:a16="http://schemas.microsoft.com/office/drawing/2014/main" id="{8B2C9EC7-3537-4EA6-ADE0-67673696026A}"/>
              </a:ext>
            </a:extLst>
          </p:cNvPr>
          <p:cNvSpPr>
            <a:spLocks xmlns:a="http://schemas.openxmlformats.org/drawingml/2006/main" noGrp="1"/>
          </p:cNvSpPr>
          <p:nvPr/>
        </p:nvSpPr>
        <p:spPr>
          <a:xfrm xmlns:a="http://schemas.openxmlformats.org/drawingml/2006/main">
            <a:off x="731520" y="6254640"/>
            <a:ext cx="420588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0" u="none">
                <a:solidFill>
                  <a:srgbClr val="64748B"/>
                </a:solidFill>
                <a:latin typeface="Aptos"/>
                <a:ea typeface="Aptos"/>
                <a:cs typeface="Aptos"/>
              </a:rPr>
              <a:t>Nnanyelugo Ahukannah  •  Ironhack Project 3</a:t>
            </a:r>
            <a:endParaRPr sz="1050" b="0" u="none">
              <a:solidFill>
                <a:srgbClr val="000000"/>
              </a:solidFill>
              <a:latin typeface="Arial"/>
              <a:ea typeface="Arial"/>
              <a:cs typeface="Arial"/>
            </a:endParaRPr>
          </a:p>
        </p:txBody>
      </p:sp>
      <p:sp>
        <p:nvSpPr>
          <p:cNvPr id="26" name="PlaceHolder 1">
            <a:extLst xmlns:a="http://schemas.openxmlformats.org/drawingml/2006/main">
              <a:ext uri="{FF2B5EF4-FFF2-40B4-BE49-F238E27FC236}">
                <a16:creationId xmlns:a16="http://schemas.microsoft.com/office/drawing/2014/main" id="{5AE74680-4B84-4EFF-A0A8-F1131D6F1620}"/>
              </a:ext>
            </a:extLst>
          </p:cNvPr>
          <p:cNvSpPr>
            <a:spLocks xmlns:a="http://schemas.openxmlformats.org/drawingml/2006/main" noGrp="1"/>
          </p:cNvSpPr>
          <p:nvPr>
            <p:ph type="sldNum" idx="5"/>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D75FED6-38D0-DE9C-92C0-6E7FA635581C}" type="slidenum">
              <a:rPr sz="900" b="0" u="none">
                <a:solidFill>
                  <a:srgbClr val="94A3B8"/>
                </a:solidFill>
                <a:latin typeface="Aptos"/>
                <a:ea typeface="Aptos"/>
                <a:cs typeface="Aptos"/>
              </a:rPr>
              <a:t>1</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8848087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7" name="Text 0">
            <a:extLst xmlns:a="http://schemas.openxmlformats.org/drawingml/2006/main">
              <a:ext uri="{FF2B5EF4-FFF2-40B4-BE49-F238E27FC236}">
                <a16:creationId xmlns:a16="http://schemas.microsoft.com/office/drawing/2014/main" id="{99DB633C-66A2-4ACB-8482-14041BEAC5DE}"/>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GAP</a:t>
            </a:r>
            <a:endParaRPr sz="1100" b="0" u="none">
              <a:solidFill>
                <a:srgbClr val="000000"/>
              </a:solidFill>
              <a:latin typeface="Arial"/>
              <a:ea typeface="Arial"/>
              <a:cs typeface="Arial"/>
            </a:endParaRPr>
          </a:p>
        </p:txBody>
      </p:sp>
      <p:sp>
        <p:nvSpPr>
          <p:cNvPr id="28" name="Text 1">
            <a:extLst xmlns:a="http://schemas.openxmlformats.org/drawingml/2006/main">
              <a:ext uri="{FF2B5EF4-FFF2-40B4-BE49-F238E27FC236}">
                <a16:creationId xmlns:a16="http://schemas.microsoft.com/office/drawing/2014/main" id="{B45AE690-4630-4BCA-A68C-156DD6DC0BB9}"/>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700" b="1" u="none">
                <a:solidFill>
                  <a:srgbClr val="0B1020"/>
                </a:solidFill>
                <a:latin typeface="Aptos Display"/>
                <a:ea typeface="Aptos Display"/>
                <a:cs typeface="Aptos Display"/>
              </a:rPr>
              <a:t>Compliance begins with an inventory most SMEs do not have</a:t>
            </a:r>
            <a:endParaRPr sz="3700" b="0" u="none">
              <a:solidFill>
                <a:srgbClr val="000000"/>
              </a:solidFill>
              <a:latin typeface="Arial"/>
              <a:ea typeface="Arial"/>
              <a:cs typeface="Arial"/>
            </a:endParaRPr>
          </a:p>
        </p:txBody>
      </p:sp>
      <p:sp>
        <p:nvSpPr>
          <p:cNvPr id="29" name="Shape 2">
            <a:extLst xmlns:a="http://schemas.openxmlformats.org/drawingml/2006/main">
              <a:ext uri="{FF2B5EF4-FFF2-40B4-BE49-F238E27FC236}">
                <a16:creationId xmlns:a16="http://schemas.microsoft.com/office/drawing/2014/main" id="{D393F70D-20CA-4D29-831C-50CFD4993C6B}"/>
              </a:ext>
            </a:extLst>
          </p:cNvPr>
          <p:cNvSpPr>
            <a:spLocks xmlns:a="http://schemas.openxmlformats.org/drawingml/2006/main" noGrp="1"/>
          </p:cNvSpPr>
          <p:nvPr/>
        </p:nvSpPr>
        <p:spPr>
          <a:xfrm xmlns:a="http://schemas.openxmlformats.org/drawingml/2006/main">
            <a:off x="731520" y="1901880"/>
            <a:ext cx="4160160" cy="3062880"/>
          </a:xfrm>
          <a:prstGeom xmlns:a="http://schemas.openxmlformats.org/drawingml/2006/main" prst="roundRect">
            <a:avLst>
              <a:gd name="adj" fmla="val 4776"/>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241935120" dist="645159960" dir="0" sx="100000" sy="100000" kx="0" ky="0" algn="bl" rotWithShape="0">
              <a:srgbClr val="0B1020"/>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0" name="Text 3">
            <a:extLst xmlns:a="http://schemas.openxmlformats.org/drawingml/2006/main">
              <a:ext uri="{FF2B5EF4-FFF2-40B4-BE49-F238E27FC236}">
                <a16:creationId xmlns:a16="http://schemas.microsoft.com/office/drawing/2014/main" id="{C91293DA-F46F-4F91-9E52-AC93B4EBD1BF}"/>
              </a:ext>
            </a:extLst>
          </p:cNvPr>
          <p:cNvSpPr>
            <a:spLocks xmlns:a="http://schemas.openxmlformats.org/drawingml/2006/main" noGrp="1"/>
          </p:cNvSpPr>
          <p:nvPr/>
        </p:nvSpPr>
        <p:spPr>
          <a:xfrm xmlns:a="http://schemas.openxmlformats.org/drawingml/2006/main">
            <a:off x="104256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THE CHECKER ASKS</a:t>
            </a:r>
            <a:endParaRPr sz="1100" b="0" u="none">
              <a:solidFill>
                <a:srgbClr val="000000"/>
              </a:solidFill>
              <a:latin typeface="Arial"/>
              <a:ea typeface="Arial"/>
              <a:cs typeface="Arial"/>
            </a:endParaRPr>
          </a:p>
        </p:txBody>
      </p:sp>
      <p:sp>
        <p:nvSpPr>
          <p:cNvPr id="31" name="Text 4">
            <a:extLst xmlns:a="http://schemas.openxmlformats.org/drawingml/2006/main">
              <a:ext uri="{FF2B5EF4-FFF2-40B4-BE49-F238E27FC236}">
                <a16:creationId xmlns:a16="http://schemas.microsoft.com/office/drawing/2014/main" id="{674BE5AA-2B33-4A50-9584-1820C780F867}"/>
              </a:ext>
            </a:extLst>
          </p:cNvPr>
          <p:cNvSpPr>
            <a:spLocks xmlns:a="http://schemas.openxmlformats.org/drawingml/2006/main" noGrp="1"/>
          </p:cNvSpPr>
          <p:nvPr/>
        </p:nvSpPr>
        <p:spPr>
          <a:xfrm xmlns:a="http://schemas.openxmlformats.org/drawingml/2006/main">
            <a:off x="1042560" y="2706480"/>
            <a:ext cx="3520080" cy="12067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“Complete this form for each individual AI system used in your organisation.”</a:t>
            </a:r>
            <a:endParaRPr sz="2700" b="0" u="none">
              <a:solidFill>
                <a:srgbClr val="000000"/>
              </a:solidFill>
              <a:latin typeface="Arial"/>
              <a:ea typeface="Arial"/>
              <a:cs typeface="Arial"/>
            </a:endParaRPr>
          </a:p>
        </p:txBody>
      </p:sp>
      <p:sp>
        <p:nvSpPr>
          <p:cNvPr id="32" name="Text 5">
            <a:extLst xmlns:a="http://schemas.openxmlformats.org/drawingml/2006/main">
              <a:ext uri="{FF2B5EF4-FFF2-40B4-BE49-F238E27FC236}">
                <a16:creationId xmlns:a16="http://schemas.microsoft.com/office/drawing/2014/main" id="{B8176263-F840-4F1D-8029-0501F81438FC}"/>
              </a:ext>
            </a:extLst>
          </p:cNvPr>
          <p:cNvSpPr>
            <a:spLocks xmlns:a="http://schemas.openxmlformats.org/drawingml/2006/main" noGrp="1"/>
          </p:cNvSpPr>
          <p:nvPr/>
        </p:nvSpPr>
        <p:spPr>
          <a:xfrm xmlns:a="http://schemas.openxmlformats.org/drawingml/2006/main">
            <a:off x="1042560" y="4279320"/>
            <a:ext cx="342864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500" b="0" u="none">
                <a:solidFill>
                  <a:srgbClr val="64748B"/>
                </a:solidFill>
                <a:latin typeface="Aptos"/>
                <a:ea typeface="Aptos"/>
                <a:cs typeface="Aptos"/>
              </a:rPr>
              <a:t>A reasonable instruction — once the system list exists.</a:t>
            </a:r>
            <a:endParaRPr sz="1500" b="0" u="none">
              <a:solidFill>
                <a:srgbClr val="000000"/>
              </a:solidFill>
              <a:latin typeface="Arial"/>
              <a:ea typeface="Arial"/>
              <a:cs typeface="Arial"/>
            </a:endParaRPr>
          </a:p>
        </p:txBody>
      </p:sp>
      <p:sp>
        <p:nvSpPr>
          <p:cNvPr id="33" name="Shape 6">
            <a:extLst xmlns:a="http://schemas.openxmlformats.org/drawingml/2006/main">
              <a:ext uri="{FF2B5EF4-FFF2-40B4-BE49-F238E27FC236}">
                <a16:creationId xmlns:a16="http://schemas.microsoft.com/office/drawing/2014/main" id="{5D8B1B33-9258-4759-8044-328E636C229D}"/>
              </a:ext>
            </a:extLst>
          </p:cNvPr>
          <p:cNvSpPr>
            <a:spLocks xmlns:a="http://schemas.openxmlformats.org/drawingml/2006/main" noGrp="1"/>
          </p:cNvSpPr>
          <p:nvPr/>
        </p:nvSpPr>
        <p:spPr>
          <a:xfrm xmlns:a="http://schemas.openxmlformats.org/drawingml/2006/main">
            <a:off x="5056560" y="3447000"/>
            <a:ext cx="1060560" cy="360"/>
          </a:xfrm>
          <a:prstGeom xmlns:a="http://schemas.openxmlformats.org/drawingml/2006/main" prst="line">
            <a:avLst/>
          </a:prstGeom>
          <a:ln xmlns:a="http://schemas.openxmlformats.org/drawingml/2006/main" w="381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4" name="Text 7">
            <a:extLst xmlns:a="http://schemas.openxmlformats.org/drawingml/2006/main">
              <a:ext uri="{FF2B5EF4-FFF2-40B4-BE49-F238E27FC236}">
                <a16:creationId xmlns:a16="http://schemas.microsoft.com/office/drawing/2014/main" id="{229E70B3-635A-4DF0-BDD9-43F4E12C534F}"/>
              </a:ext>
            </a:extLst>
          </p:cNvPr>
          <p:cNvSpPr>
            <a:spLocks xmlns:a="http://schemas.openxmlformats.org/drawingml/2006/main" noGrp="1"/>
          </p:cNvSpPr>
          <p:nvPr/>
        </p:nvSpPr>
        <p:spPr>
          <a:xfrm xmlns:a="http://schemas.openxmlformats.org/drawingml/2006/main">
            <a:off x="4974480" y="298080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THE MISSING STEP</a:t>
            </a:r>
            <a:endParaRPr sz="1050" b="0" u="none">
              <a:solidFill>
                <a:srgbClr val="000000"/>
              </a:solidFill>
              <a:latin typeface="Arial"/>
              <a:ea typeface="Arial"/>
              <a:cs typeface="Arial"/>
            </a:endParaRPr>
          </a:p>
        </p:txBody>
      </p:sp>
      <p:sp>
        <p:nvSpPr>
          <p:cNvPr id="35" name="Shape 8">
            <a:extLst xmlns:a="http://schemas.openxmlformats.org/drawingml/2006/main">
              <a:ext uri="{FF2B5EF4-FFF2-40B4-BE49-F238E27FC236}">
                <a16:creationId xmlns:a16="http://schemas.microsoft.com/office/drawing/2014/main" id="{DCE745DA-1630-4418-9FAE-F75A11496FA0}"/>
              </a:ext>
            </a:extLst>
          </p:cNvPr>
          <p:cNvSpPr>
            <a:spLocks xmlns:a="http://schemas.openxmlformats.org/drawingml/2006/main" noGrp="1"/>
          </p:cNvSpPr>
          <p:nvPr/>
        </p:nvSpPr>
        <p:spPr>
          <a:xfrm xmlns:a="http://schemas.openxmlformats.org/drawingml/2006/main">
            <a:off x="6272640" y="1901880"/>
            <a:ext cx="5147640" cy="3062880"/>
          </a:xfrm>
          <a:prstGeom xmlns:a="http://schemas.openxmlformats.org/drawingml/2006/main" prst="roundRect">
            <a:avLst>
              <a:gd name="adj" fmla="val 4776"/>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6" name="Text 9">
            <a:extLst xmlns:a="http://schemas.openxmlformats.org/drawingml/2006/main">
              <a:ext uri="{FF2B5EF4-FFF2-40B4-BE49-F238E27FC236}">
                <a16:creationId xmlns:a16="http://schemas.microsoft.com/office/drawing/2014/main" id="{7F26E8FE-BCC7-4B11-8243-750E2B31D919}"/>
              </a:ext>
            </a:extLst>
          </p:cNvPr>
          <p:cNvSpPr>
            <a:spLocks xmlns:a="http://schemas.openxmlformats.org/drawingml/2006/main" noGrp="1"/>
          </p:cNvSpPr>
          <p:nvPr/>
        </p:nvSpPr>
        <p:spPr>
          <a:xfrm xmlns:a="http://schemas.openxmlformats.org/drawingml/2006/main">
            <a:off x="658368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64748B"/>
                </a:solidFill>
                <a:latin typeface="Aptos"/>
                <a:ea typeface="Aptos"/>
                <a:cs typeface="Aptos"/>
              </a:rPr>
              <a:t>THE SME ASKS</a:t>
            </a:r>
            <a:endParaRPr sz="1100" b="0" u="none">
              <a:solidFill>
                <a:srgbClr val="000000"/>
              </a:solidFill>
              <a:latin typeface="Arial"/>
              <a:ea typeface="Arial"/>
              <a:cs typeface="Arial"/>
            </a:endParaRPr>
          </a:p>
        </p:txBody>
      </p:sp>
      <p:sp>
        <p:nvSpPr>
          <p:cNvPr id="37" name="Text 10">
            <a:extLst xmlns:a="http://schemas.openxmlformats.org/drawingml/2006/main">
              <a:ext uri="{FF2B5EF4-FFF2-40B4-BE49-F238E27FC236}">
                <a16:creationId xmlns:a16="http://schemas.microsoft.com/office/drawing/2014/main" id="{C52252CF-307F-46E2-8468-BD24BB522FA3}"/>
              </a:ext>
            </a:extLst>
          </p:cNvPr>
          <p:cNvSpPr>
            <a:spLocks xmlns:a="http://schemas.openxmlformats.org/drawingml/2006/main" noGrp="1"/>
          </p:cNvSpPr>
          <p:nvPr/>
        </p:nvSpPr>
        <p:spPr>
          <a:xfrm xmlns:a="http://schemas.openxmlformats.org/drawingml/2006/main">
            <a:off x="6583680" y="2724840"/>
            <a:ext cx="4343040" cy="6030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3100" b="1" u="none">
                <a:solidFill>
                  <a:srgbClr val="0B1020"/>
                </a:solidFill>
                <a:latin typeface="Aptos Display"/>
                <a:ea typeface="Aptos Display"/>
                <a:cs typeface="Aptos Display"/>
              </a:rPr>
              <a:t>“Which systems are those?”</a:t>
            </a:r>
            <a:endParaRPr sz="3100" b="0" u="none">
              <a:solidFill>
                <a:srgbClr val="000000"/>
              </a:solidFill>
              <a:latin typeface="Arial"/>
              <a:ea typeface="Arial"/>
              <a:cs typeface="Arial"/>
            </a:endParaRPr>
          </a:p>
        </p:txBody>
      </p:sp>
      <p:sp>
        <p:nvSpPr>
          <p:cNvPr id="38" name="Shape 11">
            <a:extLst xmlns:a="http://schemas.openxmlformats.org/drawingml/2006/main">
              <a:ext uri="{FF2B5EF4-FFF2-40B4-BE49-F238E27FC236}">
                <a16:creationId xmlns:a16="http://schemas.microsoft.com/office/drawing/2014/main" id="{A859BB8D-8771-4188-9C40-8D9E5982BC48}"/>
              </a:ext>
            </a:extLst>
          </p:cNvPr>
          <p:cNvSpPr>
            <a:spLocks xmlns:a="http://schemas.openxmlformats.org/drawingml/2006/main" noGrp="1"/>
          </p:cNvSpPr>
          <p:nvPr/>
        </p:nvSpPr>
        <p:spPr>
          <a:xfrm xmlns:a="http://schemas.openxmlformats.org/drawingml/2006/main">
            <a:off x="6602040" y="3575160"/>
            <a:ext cx="164160" cy="16416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9" name="Text 12">
            <a:extLst xmlns:a="http://schemas.openxmlformats.org/drawingml/2006/main">
              <a:ext uri="{FF2B5EF4-FFF2-40B4-BE49-F238E27FC236}">
                <a16:creationId xmlns:a16="http://schemas.microsoft.com/office/drawing/2014/main" id="{7C4B16BC-2CE0-4EC2-9AA3-2048A1CA00B8}"/>
              </a:ext>
            </a:extLst>
          </p:cNvPr>
          <p:cNvSpPr>
            <a:spLocks xmlns:a="http://schemas.openxmlformats.org/drawingml/2006/main" noGrp="1"/>
          </p:cNvSpPr>
          <p:nvPr/>
        </p:nvSpPr>
        <p:spPr>
          <a:xfrm xmlns:a="http://schemas.openxmlformats.org/drawingml/2006/main">
            <a:off x="6894720" y="355716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2563EB"/>
                </a:solidFill>
                <a:latin typeface="Aptos"/>
                <a:ea typeface="Aptos"/>
                <a:cs typeface="Aptos"/>
              </a:rPr>
              <a:t>VENDOR UPDATE</a:t>
            </a:r>
            <a:endParaRPr sz="1050" b="0" u="none">
              <a:solidFill>
                <a:srgbClr val="000000"/>
              </a:solidFill>
              <a:latin typeface="Arial"/>
              <a:ea typeface="Arial"/>
              <a:cs typeface="Arial"/>
            </a:endParaRPr>
          </a:p>
        </p:txBody>
      </p:sp>
      <p:sp>
        <p:nvSpPr>
          <p:cNvPr id="40" name="Text 13">
            <a:extLst xmlns:a="http://schemas.openxmlformats.org/drawingml/2006/main">
              <a:ext uri="{FF2B5EF4-FFF2-40B4-BE49-F238E27FC236}">
                <a16:creationId xmlns:a16="http://schemas.microsoft.com/office/drawing/2014/main" id="{993B3D48-4EE7-4DF8-B16A-66D3FAE6C013}"/>
              </a:ext>
            </a:extLst>
          </p:cNvPr>
          <p:cNvSpPr>
            <a:spLocks xmlns:a="http://schemas.openxmlformats.org/drawingml/2006/main" noGrp="1"/>
          </p:cNvSpPr>
          <p:nvPr/>
        </p:nvSpPr>
        <p:spPr>
          <a:xfrm xmlns:a="http://schemas.openxmlformats.org/drawingml/2006/main">
            <a:off x="8247960" y="355716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AI arrives inside software already owned</a:t>
            </a:r>
            <a:endParaRPr sz="1250" b="0" u="none">
              <a:solidFill>
                <a:srgbClr val="000000"/>
              </a:solidFill>
              <a:latin typeface="Arial"/>
              <a:ea typeface="Arial"/>
              <a:cs typeface="Arial"/>
            </a:endParaRPr>
          </a:p>
        </p:txBody>
      </p:sp>
      <p:sp>
        <p:nvSpPr>
          <p:cNvPr id="41" name="Shape 14">
            <a:extLst xmlns:a="http://schemas.openxmlformats.org/drawingml/2006/main">
              <a:ext uri="{FF2B5EF4-FFF2-40B4-BE49-F238E27FC236}">
                <a16:creationId xmlns:a16="http://schemas.microsoft.com/office/drawing/2014/main" id="{670F3C92-1E92-4DFD-9804-0A6C241C8CA1}"/>
              </a:ext>
            </a:extLst>
          </p:cNvPr>
          <p:cNvSpPr>
            <a:spLocks xmlns:a="http://schemas.openxmlformats.org/drawingml/2006/main" noGrp="1"/>
          </p:cNvSpPr>
          <p:nvPr/>
        </p:nvSpPr>
        <p:spPr>
          <a:xfrm xmlns:a="http://schemas.openxmlformats.org/drawingml/2006/main">
            <a:off x="6602040" y="398664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2" name="Text 15">
            <a:extLst xmlns:a="http://schemas.openxmlformats.org/drawingml/2006/main">
              <a:ext uri="{FF2B5EF4-FFF2-40B4-BE49-F238E27FC236}">
                <a16:creationId xmlns:a16="http://schemas.microsoft.com/office/drawing/2014/main" id="{B7035A73-37D2-44B4-B998-E1544708EAD6}"/>
              </a:ext>
            </a:extLst>
          </p:cNvPr>
          <p:cNvSpPr>
            <a:spLocks xmlns:a="http://schemas.openxmlformats.org/drawingml/2006/main" noGrp="1"/>
          </p:cNvSpPr>
          <p:nvPr/>
        </p:nvSpPr>
        <p:spPr>
          <a:xfrm xmlns:a="http://schemas.openxmlformats.org/drawingml/2006/main">
            <a:off x="6894720" y="396864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COMPANY CARD</a:t>
            </a:r>
            <a:endParaRPr sz="1050" b="0" u="none">
              <a:solidFill>
                <a:srgbClr val="000000"/>
              </a:solidFill>
              <a:latin typeface="Arial"/>
              <a:ea typeface="Arial"/>
              <a:cs typeface="Arial"/>
            </a:endParaRPr>
          </a:p>
        </p:txBody>
      </p:sp>
      <p:sp>
        <p:nvSpPr>
          <p:cNvPr id="43" name="Text 16">
            <a:extLst xmlns:a="http://schemas.openxmlformats.org/drawingml/2006/main">
              <a:ext uri="{FF2B5EF4-FFF2-40B4-BE49-F238E27FC236}">
                <a16:creationId xmlns:a16="http://schemas.microsoft.com/office/drawing/2014/main" id="{DDD97963-3A87-4F5A-BBFA-AB330B1593B9}"/>
              </a:ext>
            </a:extLst>
          </p:cNvPr>
          <p:cNvSpPr>
            <a:spLocks xmlns:a="http://schemas.openxmlformats.org/drawingml/2006/main" noGrp="1"/>
          </p:cNvSpPr>
          <p:nvPr/>
        </p:nvSpPr>
        <p:spPr>
          <a:xfrm xmlns:a="http://schemas.openxmlformats.org/drawingml/2006/main">
            <a:off x="8247960" y="396864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 team buys a tool outside central procurement</a:t>
            </a:r>
            <a:endParaRPr sz="1250" b="0" u="none">
              <a:solidFill>
                <a:srgbClr val="000000"/>
              </a:solidFill>
              <a:latin typeface="Arial"/>
              <a:ea typeface="Arial"/>
              <a:cs typeface="Arial"/>
            </a:endParaRPr>
          </a:p>
        </p:txBody>
      </p:sp>
      <p:sp>
        <p:nvSpPr>
          <p:cNvPr id="44" name="Shape 17">
            <a:extLst xmlns:a="http://schemas.openxmlformats.org/drawingml/2006/main">
              <a:ext uri="{FF2B5EF4-FFF2-40B4-BE49-F238E27FC236}">
                <a16:creationId xmlns:a16="http://schemas.microsoft.com/office/drawing/2014/main" id="{63D33672-0616-4C57-9CC9-00E7D5055A11}"/>
              </a:ext>
            </a:extLst>
          </p:cNvPr>
          <p:cNvSpPr>
            <a:spLocks xmlns:a="http://schemas.openxmlformats.org/drawingml/2006/main" noGrp="1"/>
          </p:cNvSpPr>
          <p:nvPr/>
        </p:nvSpPr>
        <p:spPr>
          <a:xfrm xmlns:a="http://schemas.openxmlformats.org/drawingml/2006/main">
            <a:off x="6602040" y="439812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5" name="Text 18">
            <a:extLst xmlns:a="http://schemas.openxmlformats.org/drawingml/2006/main">
              <a:ext uri="{FF2B5EF4-FFF2-40B4-BE49-F238E27FC236}">
                <a16:creationId xmlns:a16="http://schemas.microsoft.com/office/drawing/2014/main" id="{FF4D3EF6-E68F-47E1-818E-AEFF4012EC5D}"/>
              </a:ext>
            </a:extLst>
          </p:cNvPr>
          <p:cNvSpPr>
            <a:spLocks xmlns:a="http://schemas.openxmlformats.org/drawingml/2006/main" noGrp="1"/>
          </p:cNvSpPr>
          <p:nvPr/>
        </p:nvSpPr>
        <p:spPr>
          <a:xfrm xmlns:a="http://schemas.openxmlformats.org/drawingml/2006/main">
            <a:off x="6894720" y="438012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EMPLOYEE TOOL</a:t>
            </a:r>
            <a:endParaRPr sz="1050" b="0" u="none">
              <a:solidFill>
                <a:srgbClr val="000000"/>
              </a:solidFill>
              <a:latin typeface="Arial"/>
              <a:ea typeface="Arial"/>
              <a:cs typeface="Arial"/>
            </a:endParaRPr>
          </a:p>
        </p:txBody>
      </p:sp>
      <p:sp>
        <p:nvSpPr>
          <p:cNvPr id="46" name="Text 19">
            <a:extLst xmlns:a="http://schemas.openxmlformats.org/drawingml/2006/main">
              <a:ext uri="{FF2B5EF4-FFF2-40B4-BE49-F238E27FC236}">
                <a16:creationId xmlns:a16="http://schemas.microsoft.com/office/drawing/2014/main" id="{7D8F3E3E-6055-4DB6-92DC-0D3E468CA945}"/>
              </a:ext>
            </a:extLst>
          </p:cNvPr>
          <p:cNvSpPr>
            <a:spLocks xmlns:a="http://schemas.openxmlformats.org/drawingml/2006/main" noGrp="1"/>
          </p:cNvSpPr>
          <p:nvPr/>
        </p:nvSpPr>
        <p:spPr>
          <a:xfrm xmlns:a="http://schemas.openxmlformats.org/drawingml/2006/main">
            <a:off x="8247960" y="438012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Everyday use leaves no public inventory</a:t>
            </a:r>
            <a:endParaRPr sz="1250" b="0" u="none">
              <a:solidFill>
                <a:srgbClr val="000000"/>
              </a:solidFill>
              <a:latin typeface="Arial"/>
              <a:ea typeface="Arial"/>
              <a:cs typeface="Arial"/>
            </a:endParaRPr>
          </a:p>
        </p:txBody>
      </p:sp>
      <p:sp>
        <p:nvSpPr>
          <p:cNvPr id="47" name="Text 20">
            <a:extLst xmlns:a="http://schemas.openxmlformats.org/drawingml/2006/main">
              <a:ext uri="{FF2B5EF4-FFF2-40B4-BE49-F238E27FC236}">
                <a16:creationId xmlns:a16="http://schemas.microsoft.com/office/drawing/2014/main" id="{C4514B37-99C6-4474-9B72-706580295AF3}"/>
              </a:ext>
            </a:extLst>
          </p:cNvPr>
          <p:cNvSpPr>
            <a:spLocks xmlns:a="http://schemas.openxmlformats.org/drawingml/2006/main" noGrp="1"/>
          </p:cNvSpPr>
          <p:nvPr/>
        </p:nvSpPr>
        <p:spPr>
          <a:xfrm xmlns:a="http://schemas.openxmlformats.org/drawingml/2006/main">
            <a:off x="749880" y="5422320"/>
            <a:ext cx="1051524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2700" b="1" u="none">
                <a:solidFill>
                  <a:srgbClr val="0B1020"/>
                </a:solidFill>
                <a:latin typeface="Aptos Display"/>
                <a:ea typeface="Aptos Display"/>
                <a:cs typeface="Aptos Display"/>
              </a:rPr>
              <a:t>The inventory is often never created.</a:t>
            </a:r>
            <a:endParaRPr sz="2700" b="0" u="none">
              <a:solidFill>
                <a:srgbClr val="000000"/>
              </a:solidFill>
              <a:latin typeface="Arial"/>
              <a:ea typeface="Arial"/>
              <a:cs typeface="Arial"/>
            </a:endParaRPr>
          </a:p>
        </p:txBody>
      </p:sp>
      <p:sp>
        <p:nvSpPr>
          <p:cNvPr id="48" name="Text 21">
            <a:extLst xmlns:a="http://schemas.openxmlformats.org/drawingml/2006/main">
              <a:ext uri="{FF2B5EF4-FFF2-40B4-BE49-F238E27FC236}">
                <a16:creationId xmlns:a16="http://schemas.microsoft.com/office/drawing/2014/main" id="{125450FB-675B-4227-A158-6BF501A26656}"/>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GAP</a:t>
            </a:r>
            <a:endParaRPr sz="900" b="0" u="none">
              <a:solidFill>
                <a:srgbClr val="000000"/>
              </a:solidFill>
              <a:latin typeface="Arial"/>
              <a:ea typeface="Arial"/>
              <a:cs typeface="Arial"/>
            </a:endParaRPr>
          </a:p>
        </p:txBody>
      </p:sp>
      <p:sp>
        <p:nvSpPr>
          <p:cNvPr id="49" name="PlaceHolder 1">
            <a:extLst xmlns:a="http://schemas.openxmlformats.org/drawingml/2006/main">
              <a:ext uri="{FF2B5EF4-FFF2-40B4-BE49-F238E27FC236}">
                <a16:creationId xmlns:a16="http://schemas.microsoft.com/office/drawing/2014/main" id="{FF50E26B-2627-4FEE-BC65-2F0999CBC524}"/>
              </a:ext>
            </a:extLst>
          </p:cNvPr>
          <p:cNvSpPr>
            <a:spLocks xmlns:a="http://schemas.openxmlformats.org/drawingml/2006/main" noGrp="1"/>
          </p:cNvSpPr>
          <p:nvPr>
            <p:ph type="sldNum" idx="6"/>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2598689-54C9-18A7-3A19-ED76AA08988F}" type="slidenum">
              <a:rPr sz="900" b="0" u="none">
                <a:solidFill>
                  <a:srgbClr val="94A3B8"/>
                </a:solidFill>
                <a:latin typeface="Aptos"/>
                <a:ea typeface="Aptos"/>
                <a:cs typeface="Aptos"/>
              </a:rPr>
              <a:t>2</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70930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0" name="Text 0">
            <a:extLst xmlns:a="http://schemas.openxmlformats.org/drawingml/2006/main">
              <a:ext uri="{FF2B5EF4-FFF2-40B4-BE49-F238E27FC236}">
                <a16:creationId xmlns:a16="http://schemas.microsoft.com/office/drawing/2014/main" id="{371E5BFF-99A8-44B4-A086-832AE82C6C22}"/>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SYSTEM</a:t>
            </a:r>
            <a:endParaRPr sz="1100" b="0" u="none">
              <a:solidFill>
                <a:srgbClr val="000000"/>
              </a:solidFill>
              <a:latin typeface="Arial"/>
              <a:ea typeface="Arial"/>
              <a:cs typeface="Arial"/>
            </a:endParaRPr>
          </a:p>
        </p:txBody>
      </p:sp>
      <p:sp>
        <p:nvSpPr>
          <p:cNvPr id="51" name="Text 1">
            <a:extLst xmlns:a="http://schemas.openxmlformats.org/drawingml/2006/main">
              <a:ext uri="{FF2B5EF4-FFF2-40B4-BE49-F238E27FC236}">
                <a16:creationId xmlns:a16="http://schemas.microsoft.com/office/drawing/2014/main" id="{353B8F74-AB81-44C2-9639-9C53AAED3BE2}"/>
              </a:ext>
            </a:extLst>
          </p:cNvPr>
          <p:cNvSpPr>
            <a:spLocks xmlns:a="http://schemas.openxmlformats.org/drawingml/2006/main" noGrp="1"/>
          </p:cNvSpPr>
          <p:nvPr/>
        </p:nvSpPr>
        <p:spPr>
          <a:xfrm xmlns:a="http://schemas.openxmlformats.org/drawingml/2006/main">
            <a:off x="713160" y="713160"/>
            <a:ext cx="10743840" cy="731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3900" b="1" u="none">
                <a:solidFill>
                  <a:srgbClr val="0B1020"/>
                </a:solidFill>
                <a:latin typeface="Aptos Display"/>
                <a:ea typeface="Aptos Display"/>
                <a:cs typeface="Aptos Display"/>
              </a:rPr>
              <a:t>One company name becomes an auditable first draft</a:t>
            </a:r>
            <a:endParaRPr sz="3900" b="0" u="none">
              <a:solidFill>
                <a:srgbClr val="000000"/>
              </a:solidFill>
              <a:latin typeface="Arial"/>
              <a:ea typeface="Arial"/>
              <a:cs typeface="Arial"/>
            </a:endParaRPr>
          </a:p>
        </p:txBody>
      </p:sp>
      <p:sp>
        <p:nvSpPr>
          <p:cNvPr id="52" name="Shape 2">
            <a:extLst xmlns:a="http://schemas.openxmlformats.org/drawingml/2006/main">
              <a:ext uri="{FF2B5EF4-FFF2-40B4-BE49-F238E27FC236}">
                <a16:creationId xmlns:a16="http://schemas.microsoft.com/office/drawing/2014/main" id="{E086508F-F6DD-4F3B-8295-E5E6F39C3AC4}"/>
              </a:ext>
            </a:extLst>
          </p:cNvPr>
          <p:cNvSpPr>
            <a:spLocks xmlns:a="http://schemas.openxmlformats.org/drawingml/2006/main" noGrp="1"/>
          </p:cNvSpPr>
          <p:nvPr/>
        </p:nvSpPr>
        <p:spPr>
          <a:xfrm xmlns:a="http://schemas.openxmlformats.org/drawingml/2006/main">
            <a:off x="3419640" y="3273480"/>
            <a:ext cx="685800"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3" name="Shape 3">
            <a:extLst xmlns:a="http://schemas.openxmlformats.org/drawingml/2006/main">
              <a:ext uri="{FF2B5EF4-FFF2-40B4-BE49-F238E27FC236}">
                <a16:creationId xmlns:a16="http://schemas.microsoft.com/office/drawing/2014/main" id="{4E122A2F-5A13-428E-956C-0CD5B5399AEC}"/>
              </a:ext>
            </a:extLst>
          </p:cNvPr>
          <p:cNvSpPr>
            <a:spLocks xmlns:a="http://schemas.openxmlformats.org/drawingml/2006/main" noGrp="1"/>
          </p:cNvSpPr>
          <p:nvPr/>
        </p:nvSpPr>
        <p:spPr>
          <a:xfrm xmlns:a="http://schemas.openxmlformats.org/drawingml/2006/main">
            <a:off x="7122960" y="3273480"/>
            <a:ext cx="685800"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4" name="Shape 4">
            <a:extLst xmlns:a="http://schemas.openxmlformats.org/drawingml/2006/main">
              <a:ext uri="{FF2B5EF4-FFF2-40B4-BE49-F238E27FC236}">
                <a16:creationId xmlns:a16="http://schemas.microsoft.com/office/drawing/2014/main" id="{AE3D357C-96CC-4F1E-A597-88AC834F2871}"/>
              </a:ext>
            </a:extLst>
          </p:cNvPr>
          <p:cNvSpPr>
            <a:spLocks xmlns:a="http://schemas.openxmlformats.org/drawingml/2006/main" noGrp="1"/>
          </p:cNvSpPr>
          <p:nvPr/>
        </p:nvSpPr>
        <p:spPr>
          <a:xfrm xmlns:a="http://schemas.openxmlformats.org/drawingml/2006/main">
            <a:off x="5632560" y="4370760"/>
            <a:ext cx="360" cy="667440"/>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5" name="Shape 5">
            <a:extLst xmlns:a="http://schemas.openxmlformats.org/drawingml/2006/main">
              <a:ext uri="{FF2B5EF4-FFF2-40B4-BE49-F238E27FC236}">
                <a16:creationId xmlns:a16="http://schemas.microsoft.com/office/drawing/2014/main" id="{0312D4AC-0560-48FC-A990-2AE0045FFAED}"/>
              </a:ext>
            </a:extLst>
          </p:cNvPr>
          <p:cNvSpPr>
            <a:spLocks xmlns:a="http://schemas.openxmlformats.org/drawingml/2006/main" noGrp="1"/>
          </p:cNvSpPr>
          <p:nvPr/>
        </p:nvSpPr>
        <p:spPr>
          <a:xfrm xmlns:a="http://schemas.openxmlformats.org/drawingml/2006/main">
            <a:off x="749880" y="2057400"/>
            <a:ext cx="274284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6" name="Shape 6">
            <a:extLst xmlns:a="http://schemas.openxmlformats.org/drawingml/2006/main">
              <a:ext uri="{FF2B5EF4-FFF2-40B4-BE49-F238E27FC236}">
                <a16:creationId xmlns:a16="http://schemas.microsoft.com/office/drawing/2014/main" id="{DDB105E0-7B31-46A0-8E53-159979FCE1BE}"/>
              </a:ext>
            </a:extLst>
          </p:cNvPr>
          <p:cNvSpPr>
            <a:spLocks xmlns:a="http://schemas.openxmlformats.org/drawingml/2006/main" noGrp="1"/>
          </p:cNvSpPr>
          <p:nvPr/>
        </p:nvSpPr>
        <p:spPr>
          <a:xfrm xmlns:a="http://schemas.openxmlformats.org/drawingml/2006/main">
            <a:off x="987480"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7" name="Text 7">
            <a:extLst xmlns:a="http://schemas.openxmlformats.org/drawingml/2006/main">
              <a:ext uri="{FF2B5EF4-FFF2-40B4-BE49-F238E27FC236}">
                <a16:creationId xmlns:a16="http://schemas.microsoft.com/office/drawing/2014/main" id="{A3295D05-162A-4AB0-BBCC-932AB439864F}"/>
              </a:ext>
            </a:extLst>
          </p:cNvPr>
          <p:cNvSpPr>
            <a:spLocks xmlns:a="http://schemas.openxmlformats.org/drawingml/2006/main" noGrp="1"/>
          </p:cNvSpPr>
          <p:nvPr/>
        </p:nvSpPr>
        <p:spPr>
          <a:xfrm xmlns:a="http://schemas.openxmlformats.org/drawingml/2006/main">
            <a:off x="98748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01</a:t>
            </a:r>
            <a:endParaRPr sz="1700" b="0" u="none">
              <a:solidFill>
                <a:srgbClr val="000000"/>
              </a:solidFill>
              <a:latin typeface="Arial"/>
              <a:ea typeface="Arial"/>
              <a:cs typeface="Arial"/>
            </a:endParaRPr>
          </a:p>
        </p:txBody>
      </p:sp>
      <p:sp>
        <p:nvSpPr>
          <p:cNvPr id="58" name="Text 8">
            <a:extLst xmlns:a="http://schemas.openxmlformats.org/drawingml/2006/main">
              <a:ext uri="{FF2B5EF4-FFF2-40B4-BE49-F238E27FC236}">
                <a16:creationId xmlns:a16="http://schemas.microsoft.com/office/drawing/2014/main" id="{147BAFAF-FB23-4817-9910-9C348EDDD2CF}"/>
              </a:ext>
            </a:extLst>
          </p:cNvPr>
          <p:cNvSpPr>
            <a:spLocks xmlns:a="http://schemas.openxmlformats.org/drawingml/2006/main" noGrp="1"/>
          </p:cNvSpPr>
          <p:nvPr/>
        </p:nvSpPr>
        <p:spPr>
          <a:xfrm xmlns:a="http://schemas.openxmlformats.org/drawingml/2006/main">
            <a:off x="1664280"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RESEARCH</a:t>
            </a:r>
            <a:endParaRPr sz="1050" b="0" u="none">
              <a:solidFill>
                <a:srgbClr val="000000"/>
              </a:solidFill>
              <a:latin typeface="Arial"/>
              <a:ea typeface="Arial"/>
              <a:cs typeface="Arial"/>
            </a:endParaRPr>
          </a:p>
        </p:txBody>
      </p:sp>
      <p:sp>
        <p:nvSpPr>
          <p:cNvPr id="59" name="Text 9">
            <a:extLst xmlns:a="http://schemas.openxmlformats.org/drawingml/2006/main">
              <a:ext uri="{FF2B5EF4-FFF2-40B4-BE49-F238E27FC236}">
                <a16:creationId xmlns:a16="http://schemas.microsoft.com/office/drawing/2014/main" id="{EECAEA48-6E7C-4D35-BE03-CEE48D281F30}"/>
              </a:ext>
            </a:extLst>
          </p:cNvPr>
          <p:cNvSpPr>
            <a:spLocks xmlns:a="http://schemas.openxmlformats.org/drawingml/2006/main" noGrp="1"/>
          </p:cNvSpPr>
          <p:nvPr/>
        </p:nvSpPr>
        <p:spPr>
          <a:xfrm xmlns:a="http://schemas.openxmlformats.org/drawingml/2006/main">
            <a:off x="1005840" y="2980800"/>
            <a:ext cx="223992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Map the public footprint</a:t>
            </a:r>
            <a:endParaRPr sz="2200" b="0" u="none">
              <a:solidFill>
                <a:srgbClr val="000000"/>
              </a:solidFill>
              <a:latin typeface="Arial"/>
              <a:ea typeface="Arial"/>
              <a:cs typeface="Arial"/>
            </a:endParaRPr>
          </a:p>
        </p:txBody>
      </p:sp>
      <p:sp>
        <p:nvSpPr>
          <p:cNvPr id="60" name="Text 10">
            <a:extLst xmlns:a="http://schemas.openxmlformats.org/drawingml/2006/main">
              <a:ext uri="{FF2B5EF4-FFF2-40B4-BE49-F238E27FC236}">
                <a16:creationId xmlns:a16="http://schemas.microsoft.com/office/drawing/2014/main" id="{69040ECD-46DB-4A0A-B9E1-BEC5EC5E3123}"/>
              </a:ext>
            </a:extLst>
          </p:cNvPr>
          <p:cNvSpPr>
            <a:spLocks xmlns:a="http://schemas.openxmlformats.org/drawingml/2006/main" noGrp="1"/>
          </p:cNvSpPr>
          <p:nvPr/>
        </p:nvSpPr>
        <p:spPr>
          <a:xfrm xmlns:a="http://schemas.openxmlformats.org/drawingml/2006/main">
            <a:off x="1005840" y="3730680"/>
            <a:ext cx="222156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Registry · website · careers · vendors · news</a:t>
            </a:r>
            <a:endParaRPr sz="1400" b="0" u="none">
              <a:solidFill>
                <a:srgbClr val="000000"/>
              </a:solidFill>
              <a:latin typeface="Arial"/>
              <a:ea typeface="Arial"/>
              <a:cs typeface="Arial"/>
            </a:endParaRPr>
          </a:p>
        </p:txBody>
      </p:sp>
      <p:sp>
        <p:nvSpPr>
          <p:cNvPr id="61" name="Shape 11">
            <a:extLst xmlns:a="http://schemas.openxmlformats.org/drawingml/2006/main">
              <a:ext uri="{FF2B5EF4-FFF2-40B4-BE49-F238E27FC236}">
                <a16:creationId xmlns:a16="http://schemas.microsoft.com/office/drawing/2014/main" id="{7706239C-35EB-4EC5-9B3D-4472ABEB0983}"/>
              </a:ext>
            </a:extLst>
          </p:cNvPr>
          <p:cNvSpPr>
            <a:spLocks xmlns:a="http://schemas.openxmlformats.org/drawingml/2006/main" noGrp="1"/>
          </p:cNvSpPr>
          <p:nvPr/>
        </p:nvSpPr>
        <p:spPr>
          <a:xfrm xmlns:a="http://schemas.openxmlformats.org/drawingml/2006/main">
            <a:off x="4096440" y="2057400"/>
            <a:ext cx="2742840" cy="2349720"/>
          </a:xfrm>
          <a:prstGeom xmlns:a="http://schemas.openxmlformats.org/drawingml/2006/main" prst="roundRect">
            <a:avLst>
              <a:gd name="adj" fmla="val 622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62" name="Shape 12">
            <a:extLst xmlns:a="http://schemas.openxmlformats.org/drawingml/2006/main">
              <a:ext uri="{FF2B5EF4-FFF2-40B4-BE49-F238E27FC236}">
                <a16:creationId xmlns:a16="http://schemas.microsoft.com/office/drawing/2014/main" id="{6D86B16C-B6BA-4EC6-977C-E604E791C310}"/>
              </a:ext>
            </a:extLst>
          </p:cNvPr>
          <p:cNvSpPr>
            <a:spLocks xmlns:a="http://schemas.openxmlformats.org/drawingml/2006/main" noGrp="1"/>
          </p:cNvSpPr>
          <p:nvPr/>
        </p:nvSpPr>
        <p:spPr>
          <a:xfrm xmlns:a="http://schemas.openxmlformats.org/drawingml/2006/main">
            <a:off x="4334400" y="2331720"/>
            <a:ext cx="529920" cy="52992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3" name="Text 13">
            <a:extLst xmlns:a="http://schemas.openxmlformats.org/drawingml/2006/main">
              <a:ext uri="{FF2B5EF4-FFF2-40B4-BE49-F238E27FC236}">
                <a16:creationId xmlns:a16="http://schemas.microsoft.com/office/drawing/2014/main" id="{6C7C5E6F-4E20-4333-86A1-345BBF68D36E}"/>
              </a:ext>
            </a:extLst>
          </p:cNvPr>
          <p:cNvSpPr>
            <a:spLocks xmlns:a="http://schemas.openxmlformats.org/drawingml/2006/main" noGrp="1"/>
          </p:cNvSpPr>
          <p:nvPr/>
        </p:nvSpPr>
        <p:spPr>
          <a:xfrm xmlns:a="http://schemas.openxmlformats.org/drawingml/2006/main">
            <a:off x="433440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02</a:t>
            </a:r>
            <a:endParaRPr sz="1700" b="0" u="none">
              <a:solidFill>
                <a:srgbClr val="000000"/>
              </a:solidFill>
              <a:latin typeface="Arial"/>
              <a:ea typeface="Arial"/>
              <a:cs typeface="Arial"/>
            </a:endParaRPr>
          </a:p>
        </p:txBody>
      </p:sp>
      <p:sp>
        <p:nvSpPr>
          <p:cNvPr id="64" name="Text 14">
            <a:extLst xmlns:a="http://schemas.openxmlformats.org/drawingml/2006/main">
              <a:ext uri="{FF2B5EF4-FFF2-40B4-BE49-F238E27FC236}">
                <a16:creationId xmlns:a16="http://schemas.microsoft.com/office/drawing/2014/main" id="{A1FAF686-29FB-4E13-B6F4-8C9D071C26E2}"/>
              </a:ext>
            </a:extLst>
          </p:cNvPr>
          <p:cNvSpPr>
            <a:spLocks xmlns:a="http://schemas.openxmlformats.org/drawingml/2006/main" noGrp="1"/>
          </p:cNvSpPr>
          <p:nvPr/>
        </p:nvSpPr>
        <p:spPr>
          <a:xfrm xmlns:a="http://schemas.openxmlformats.org/drawingml/2006/main">
            <a:off x="5010840"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DCE8FF"/>
                </a:solidFill>
                <a:latin typeface="Aptos"/>
                <a:ea typeface="Aptos"/>
                <a:cs typeface="Aptos"/>
              </a:rPr>
              <a:t>VERIFY</a:t>
            </a:r>
            <a:endParaRPr sz="1050" b="0" u="none">
              <a:solidFill>
                <a:srgbClr val="000000"/>
              </a:solidFill>
              <a:latin typeface="Arial"/>
              <a:ea typeface="Arial"/>
              <a:cs typeface="Arial"/>
            </a:endParaRPr>
          </a:p>
        </p:txBody>
      </p:sp>
      <p:sp>
        <p:nvSpPr>
          <p:cNvPr id="65" name="Text 15">
            <a:extLst xmlns:a="http://schemas.openxmlformats.org/drawingml/2006/main">
              <a:ext uri="{FF2B5EF4-FFF2-40B4-BE49-F238E27FC236}">
                <a16:creationId xmlns:a16="http://schemas.microsoft.com/office/drawing/2014/main" id="{355CF3EF-30A8-44A2-B105-576317AF8274}"/>
              </a:ext>
            </a:extLst>
          </p:cNvPr>
          <p:cNvSpPr>
            <a:spLocks xmlns:a="http://schemas.openxmlformats.org/drawingml/2006/main" noGrp="1"/>
          </p:cNvSpPr>
          <p:nvPr/>
        </p:nvSpPr>
        <p:spPr>
          <a:xfrm xmlns:a="http://schemas.openxmlformats.org/drawingml/2006/main">
            <a:off x="4352400" y="2980800"/>
            <a:ext cx="223992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FFFFFF"/>
                </a:solidFill>
                <a:latin typeface="Aptos Display"/>
                <a:ea typeface="Aptos Display"/>
                <a:cs typeface="Aptos Display"/>
              </a:rPr>
              <a:t>Test every finding</a:t>
            </a:r>
            <a:endParaRPr sz="2200" b="0" u="none">
              <a:solidFill>
                <a:srgbClr val="000000"/>
              </a:solidFill>
              <a:latin typeface="Arial"/>
              <a:ea typeface="Arial"/>
              <a:cs typeface="Arial"/>
            </a:endParaRPr>
          </a:p>
        </p:txBody>
      </p:sp>
      <p:sp>
        <p:nvSpPr>
          <p:cNvPr id="66" name="Text 16">
            <a:extLst xmlns:a="http://schemas.openxmlformats.org/drawingml/2006/main">
              <a:ext uri="{FF2B5EF4-FFF2-40B4-BE49-F238E27FC236}">
                <a16:creationId xmlns:a16="http://schemas.microsoft.com/office/drawing/2014/main" id="{78CEFE59-9470-4478-9E16-B65D36105922}"/>
              </a:ext>
            </a:extLst>
          </p:cNvPr>
          <p:cNvSpPr>
            <a:spLocks xmlns:a="http://schemas.openxmlformats.org/drawingml/2006/main" noGrp="1"/>
          </p:cNvSpPr>
          <p:nvPr/>
        </p:nvSpPr>
        <p:spPr>
          <a:xfrm xmlns:a="http://schemas.openxmlformats.org/drawingml/2006/main">
            <a:off x="4352400" y="3730680"/>
            <a:ext cx="222156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Exact quoted support + source currentness</a:t>
            </a:r>
            <a:endParaRPr sz="1400" b="0" u="none">
              <a:solidFill>
                <a:srgbClr val="000000"/>
              </a:solidFill>
              <a:latin typeface="Arial"/>
              <a:ea typeface="Arial"/>
              <a:cs typeface="Arial"/>
            </a:endParaRPr>
          </a:p>
        </p:txBody>
      </p:sp>
      <p:sp>
        <p:nvSpPr>
          <p:cNvPr id="67" name="Shape 17">
            <a:extLst xmlns:a="http://schemas.openxmlformats.org/drawingml/2006/main">
              <a:ext uri="{FF2B5EF4-FFF2-40B4-BE49-F238E27FC236}">
                <a16:creationId xmlns:a16="http://schemas.microsoft.com/office/drawing/2014/main" id="{908AA2E8-1265-4644-9AD6-F1E8CFE3C37B}"/>
              </a:ext>
            </a:extLst>
          </p:cNvPr>
          <p:cNvSpPr>
            <a:spLocks xmlns:a="http://schemas.openxmlformats.org/drawingml/2006/main" noGrp="1"/>
          </p:cNvSpPr>
          <p:nvPr/>
        </p:nvSpPr>
        <p:spPr>
          <a:xfrm xmlns:a="http://schemas.openxmlformats.org/drawingml/2006/main">
            <a:off x="7809120" y="2057400"/>
            <a:ext cx="274284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8" name="Shape 18">
            <a:extLst xmlns:a="http://schemas.openxmlformats.org/drawingml/2006/main">
              <a:ext uri="{FF2B5EF4-FFF2-40B4-BE49-F238E27FC236}">
                <a16:creationId xmlns:a16="http://schemas.microsoft.com/office/drawing/2014/main" id="{D6730576-E882-4732-A795-A1A6933BD38D}"/>
              </a:ext>
            </a:extLst>
          </p:cNvPr>
          <p:cNvSpPr>
            <a:spLocks xmlns:a="http://schemas.openxmlformats.org/drawingml/2006/main" noGrp="1"/>
          </p:cNvSpPr>
          <p:nvPr/>
        </p:nvSpPr>
        <p:spPr>
          <a:xfrm xmlns:a="http://schemas.openxmlformats.org/drawingml/2006/main">
            <a:off x="8046720"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9" name="Text 19">
            <a:extLst xmlns:a="http://schemas.openxmlformats.org/drawingml/2006/main">
              <a:ext uri="{FF2B5EF4-FFF2-40B4-BE49-F238E27FC236}">
                <a16:creationId xmlns:a16="http://schemas.microsoft.com/office/drawing/2014/main" id="{291208BA-7A2E-439C-86FA-4DD18CCC1C22}"/>
              </a:ext>
            </a:extLst>
          </p:cNvPr>
          <p:cNvSpPr>
            <a:spLocks xmlns:a="http://schemas.openxmlformats.org/drawingml/2006/main" noGrp="1"/>
          </p:cNvSpPr>
          <p:nvPr/>
        </p:nvSpPr>
        <p:spPr>
          <a:xfrm xmlns:a="http://schemas.openxmlformats.org/drawingml/2006/main">
            <a:off x="804672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03</a:t>
            </a:r>
            <a:endParaRPr sz="1700" b="0" u="none">
              <a:solidFill>
                <a:srgbClr val="000000"/>
              </a:solidFill>
              <a:latin typeface="Arial"/>
              <a:ea typeface="Arial"/>
              <a:cs typeface="Arial"/>
            </a:endParaRPr>
          </a:p>
        </p:txBody>
      </p:sp>
      <p:sp>
        <p:nvSpPr>
          <p:cNvPr id="70" name="Text 20">
            <a:extLst xmlns:a="http://schemas.openxmlformats.org/drawingml/2006/main">
              <a:ext uri="{FF2B5EF4-FFF2-40B4-BE49-F238E27FC236}">
                <a16:creationId xmlns:a16="http://schemas.microsoft.com/office/drawing/2014/main" id="{65DC8F45-D6D5-4AD4-BA97-4B36F868419A}"/>
              </a:ext>
            </a:extLst>
          </p:cNvPr>
          <p:cNvSpPr>
            <a:spLocks xmlns:a="http://schemas.openxmlformats.org/drawingml/2006/main" noGrp="1"/>
          </p:cNvSpPr>
          <p:nvPr/>
        </p:nvSpPr>
        <p:spPr>
          <a:xfrm xmlns:a="http://schemas.openxmlformats.org/drawingml/2006/main">
            <a:off x="8723520"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HAND OFF</a:t>
            </a:r>
            <a:endParaRPr sz="1050" b="0" u="none">
              <a:solidFill>
                <a:srgbClr val="000000"/>
              </a:solidFill>
              <a:latin typeface="Arial"/>
              <a:ea typeface="Arial"/>
              <a:cs typeface="Arial"/>
            </a:endParaRPr>
          </a:p>
        </p:txBody>
      </p:sp>
      <p:sp>
        <p:nvSpPr>
          <p:cNvPr id="71" name="Text 21">
            <a:extLst xmlns:a="http://schemas.openxmlformats.org/drawingml/2006/main">
              <a:ext uri="{FF2B5EF4-FFF2-40B4-BE49-F238E27FC236}">
                <a16:creationId xmlns:a16="http://schemas.microsoft.com/office/drawing/2014/main" id="{A579706B-F54E-40FC-818A-4AB3B03EA763}"/>
              </a:ext>
            </a:extLst>
          </p:cNvPr>
          <p:cNvSpPr>
            <a:spLocks xmlns:a="http://schemas.openxmlformats.org/drawingml/2006/main" noGrp="1"/>
          </p:cNvSpPr>
          <p:nvPr/>
        </p:nvSpPr>
        <p:spPr>
          <a:xfrm xmlns:a="http://schemas.openxmlformats.org/drawingml/2006/main">
            <a:off x="8065080" y="2980800"/>
            <a:ext cx="223992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Start the client conversation</a:t>
            </a:r>
            <a:endParaRPr sz="2200" b="0" u="none">
              <a:solidFill>
                <a:srgbClr val="000000"/>
              </a:solidFill>
              <a:latin typeface="Arial"/>
              <a:ea typeface="Arial"/>
              <a:cs typeface="Arial"/>
            </a:endParaRPr>
          </a:p>
        </p:txBody>
      </p:sp>
      <p:sp>
        <p:nvSpPr>
          <p:cNvPr id="72" name="Text 22">
            <a:extLst xmlns:a="http://schemas.openxmlformats.org/drawingml/2006/main">
              <a:ext uri="{FF2B5EF4-FFF2-40B4-BE49-F238E27FC236}">
                <a16:creationId xmlns:a16="http://schemas.microsoft.com/office/drawing/2014/main" id="{BAE93762-FDD3-4AE5-99ED-1547007DC28B}"/>
              </a:ext>
            </a:extLst>
          </p:cNvPr>
          <p:cNvSpPr>
            <a:spLocks xmlns:a="http://schemas.openxmlformats.org/drawingml/2006/main" noGrp="1"/>
          </p:cNvSpPr>
          <p:nvPr/>
        </p:nvSpPr>
        <p:spPr>
          <a:xfrm xmlns:a="http://schemas.openxmlformats.org/drawingml/2006/main">
            <a:off x="8065080" y="3730680"/>
            <a:ext cx="222156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Candidate inventory + focused questions</a:t>
            </a:r>
            <a:endParaRPr sz="1400" b="0" u="none">
              <a:solidFill>
                <a:srgbClr val="000000"/>
              </a:solidFill>
              <a:latin typeface="Arial"/>
              <a:ea typeface="Arial"/>
              <a:cs typeface="Arial"/>
            </a:endParaRPr>
          </a:p>
        </p:txBody>
      </p:sp>
      <p:sp>
        <p:nvSpPr>
          <p:cNvPr id="73" name="Shape 23">
            <a:extLst xmlns:a="http://schemas.openxmlformats.org/drawingml/2006/main">
              <a:ext uri="{FF2B5EF4-FFF2-40B4-BE49-F238E27FC236}">
                <a16:creationId xmlns:a16="http://schemas.microsoft.com/office/drawing/2014/main" id="{00C5A8E8-0D85-4259-B451-BE95B90A8F74}"/>
              </a:ext>
            </a:extLst>
          </p:cNvPr>
          <p:cNvSpPr>
            <a:spLocks xmlns:a="http://schemas.openxmlformats.org/drawingml/2006/main" noGrp="1"/>
          </p:cNvSpPr>
          <p:nvPr/>
        </p:nvSpPr>
        <p:spPr>
          <a:xfrm xmlns:a="http://schemas.openxmlformats.org/drawingml/2006/main">
            <a:off x="4251960" y="5010840"/>
            <a:ext cx="2742840" cy="566640"/>
          </a:xfrm>
          <a:prstGeom xmlns:a="http://schemas.openxmlformats.org/drawingml/2006/main" prst="roundRect">
            <a:avLst>
              <a:gd name="adj" fmla="val 1935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4" name="Text 24">
            <a:extLst xmlns:a="http://schemas.openxmlformats.org/drawingml/2006/main">
              <a:ext uri="{FF2B5EF4-FFF2-40B4-BE49-F238E27FC236}">
                <a16:creationId xmlns:a16="http://schemas.microsoft.com/office/drawing/2014/main" id="{AA8C83FF-AA4B-43B2-BF07-ACEF073CACE7}"/>
              </a:ext>
            </a:extLst>
          </p:cNvPr>
          <p:cNvSpPr>
            <a:spLocks xmlns:a="http://schemas.openxmlformats.org/drawingml/2006/main" noGrp="1"/>
          </p:cNvSpPr>
          <p:nvPr/>
        </p:nvSpPr>
        <p:spPr>
          <a:xfrm xmlns:a="http://schemas.openxmlformats.org/drawingml/2006/main">
            <a:off x="4416480" y="5157360"/>
            <a:ext cx="2413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algn="ctr" defTabSz="914400">
              <a:lnSpc>
                <a:spcPct val="100000"/>
              </a:lnSpc>
              <a:buNone/>
              <a:tabLst>
                <a:tab pos="0" algn="l"/>
              </a:tabLst>
            </a:pPr>
            <a:r>
              <a:rPr sz="1150" b="1" u="none" spc="79">
                <a:solidFill>
                  <a:srgbClr val="B45309"/>
                </a:solidFill>
                <a:latin typeface="Aptos"/>
                <a:ea typeface="Aptos"/>
                <a:cs typeface="Aptos"/>
              </a:rPr>
              <a:t>UNSUPPORTED → UNDETERMINED</a:t>
            </a:r>
            <a:endParaRPr sz="1150" b="0" u="none">
              <a:solidFill>
                <a:srgbClr val="000000"/>
              </a:solidFill>
              <a:latin typeface="Arial"/>
              <a:ea typeface="Arial"/>
              <a:cs typeface="Arial"/>
            </a:endParaRPr>
          </a:p>
        </p:txBody>
      </p:sp>
      <p:sp>
        <p:nvSpPr>
          <p:cNvPr id="75" name="Shape 25">
            <a:extLst xmlns:a="http://schemas.openxmlformats.org/drawingml/2006/main">
              <a:ext uri="{FF2B5EF4-FFF2-40B4-BE49-F238E27FC236}">
                <a16:creationId xmlns:a16="http://schemas.microsoft.com/office/drawing/2014/main" id="{AF6FCD34-2076-4458-8742-FA28525235C5}"/>
              </a:ext>
            </a:extLst>
          </p:cNvPr>
          <p:cNvSpPr>
            <a:spLocks xmlns:a="http://schemas.openxmlformats.org/drawingml/2006/main" noGrp="1"/>
          </p:cNvSpPr>
          <p:nvPr/>
        </p:nvSpPr>
        <p:spPr>
          <a:xfrm xmlns:a="http://schemas.openxmlformats.org/drawingml/2006/main">
            <a:off x="749880" y="5742360"/>
            <a:ext cx="10670760" cy="402120"/>
          </a:xfrm>
          <a:prstGeom xmlns:a="http://schemas.openxmlformats.org/drawingml/2006/main" prst="roundRect">
            <a:avLst>
              <a:gd name="adj" fmla="val 1363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6" name="Text 26">
            <a:extLst xmlns:a="http://schemas.openxmlformats.org/drawingml/2006/main">
              <a:ext uri="{FF2B5EF4-FFF2-40B4-BE49-F238E27FC236}">
                <a16:creationId xmlns:a16="http://schemas.microsoft.com/office/drawing/2014/main" id="{C853B119-E828-40B7-A6AF-9B29C907F6DB}"/>
              </a:ext>
            </a:extLst>
          </p:cNvPr>
          <p:cNvSpPr>
            <a:spLocks xmlns:a="http://schemas.openxmlformats.org/drawingml/2006/main" noGrp="1"/>
          </p:cNvSpPr>
          <p:nvPr/>
        </p:nvSpPr>
        <p:spPr>
          <a:xfrm xmlns:a="http://schemas.openxmlformats.org/drawingml/2006/main">
            <a:off x="951120" y="5815440"/>
            <a:ext cx="102409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Human review confirms the facts. A separate deterministic checker applies the law.</a:t>
            </a:r>
            <a:endParaRPr sz="1350" b="0" u="none">
              <a:solidFill>
                <a:srgbClr val="000000"/>
              </a:solidFill>
              <a:latin typeface="Arial"/>
              <a:ea typeface="Arial"/>
              <a:cs typeface="Arial"/>
            </a:endParaRPr>
          </a:p>
        </p:txBody>
      </p:sp>
      <p:sp>
        <p:nvSpPr>
          <p:cNvPr id="77" name="Text 27">
            <a:extLst xmlns:a="http://schemas.openxmlformats.org/drawingml/2006/main">
              <a:ext uri="{FF2B5EF4-FFF2-40B4-BE49-F238E27FC236}">
                <a16:creationId xmlns:a16="http://schemas.microsoft.com/office/drawing/2014/main" id="{9B395917-BC08-473F-BE33-9C3FF1F1359F}"/>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SYSTEM</a:t>
            </a:r>
            <a:endParaRPr sz="900" b="0" u="none">
              <a:solidFill>
                <a:srgbClr val="000000"/>
              </a:solidFill>
              <a:latin typeface="Arial"/>
              <a:ea typeface="Arial"/>
              <a:cs typeface="Arial"/>
            </a:endParaRPr>
          </a:p>
        </p:txBody>
      </p:sp>
      <p:sp>
        <p:nvSpPr>
          <p:cNvPr id="78" name="PlaceHolder 1">
            <a:extLst xmlns:a="http://schemas.openxmlformats.org/drawingml/2006/main">
              <a:ext uri="{FF2B5EF4-FFF2-40B4-BE49-F238E27FC236}">
                <a16:creationId xmlns:a16="http://schemas.microsoft.com/office/drawing/2014/main" id="{1DDA6142-8D10-484E-B18E-4E0AA936C9E0}"/>
              </a:ext>
            </a:extLst>
          </p:cNvPr>
          <p:cNvSpPr>
            <a:spLocks xmlns:a="http://schemas.openxmlformats.org/drawingml/2006/main" noGrp="1"/>
          </p:cNvSpPr>
          <p:nvPr>
            <p:ph type="sldNum" idx="7"/>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202359C0-8A7A-196E-DD58-8E6569619F09}" type="slidenum">
              <a:rPr sz="900" b="0" u="none">
                <a:solidFill>
                  <a:srgbClr val="94A3B8"/>
                </a:solidFill>
                <a:latin typeface="Aptos"/>
                <a:ea typeface="Aptos"/>
                <a:cs typeface="Aptos"/>
              </a:rPr>
              <a:t>3</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2426239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9" name="Text 0">
            <a:extLst xmlns:a="http://schemas.openxmlformats.org/drawingml/2006/main">
              <a:ext uri="{FF2B5EF4-FFF2-40B4-BE49-F238E27FC236}">
                <a16:creationId xmlns:a16="http://schemas.microsoft.com/office/drawing/2014/main" id="{F9DDF729-6A84-412D-B0D8-F9CAE8265100}"/>
              </a:ext>
            </a:extLst>
          </p:cNvPr>
          <p:cNvSpPr>
            <a:spLocks xmlns:a="http://schemas.openxmlformats.org/drawingml/2006/main" noGrp="1"/>
          </p:cNvSpPr>
          <p:nvPr/>
        </p:nvSpPr>
        <p:spPr>
          <a:xfrm xmlns:a="http://schemas.openxmlformats.org/drawingml/2006/main">
            <a:off x="857250"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DEMO</a:t>
            </a:r>
            <a:endParaRPr sz="1100" b="0" u="none">
              <a:solidFill>
                <a:srgbClr val="000000"/>
              </a:solidFill>
              <a:latin typeface="Arial"/>
              <a:ea typeface="Arial"/>
              <a:cs typeface="Arial"/>
            </a:endParaRPr>
          </a:p>
        </p:txBody>
      </p:sp>
      <p:sp>
        <p:nvSpPr>
          <p:cNvPr id="80" name="Text 1">
            <a:extLst xmlns:a="http://schemas.openxmlformats.org/drawingml/2006/main">
              <a:ext uri="{FF2B5EF4-FFF2-40B4-BE49-F238E27FC236}">
                <a16:creationId xmlns:a16="http://schemas.microsoft.com/office/drawing/2014/main" id="{BE0958AE-0D4E-412A-ADDA-EF3B7E444C7F}"/>
              </a:ext>
            </a:extLst>
          </p:cNvPr>
          <p:cNvSpPr>
            <a:spLocks xmlns:a="http://schemas.openxmlformats.org/drawingml/2006/main" noGrp="1"/>
          </p:cNvSpPr>
          <p:nvPr/>
        </p:nvSpPr>
        <p:spPr>
          <a:xfrm xmlns:a="http://schemas.openxmlformats.org/drawingml/2006/main">
            <a:off x="713160" y="713160"/>
            <a:ext cx="10743840" cy="7128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One name in; evidence and questions out</a:t>
            </a:r>
            <a:endParaRPr sz="4000" b="0" u="none">
              <a:solidFill>
                <a:srgbClr val="000000"/>
              </a:solidFill>
              <a:latin typeface="Arial"/>
              <a:ea typeface="Arial"/>
              <a:cs typeface="Arial"/>
            </a:endParaRPr>
          </a:p>
        </p:txBody>
      </p:sp>
      <p:sp>
        <p:nvSpPr>
          <p:cNvPr id="81" name="Text 2">
            <a:extLst xmlns:a="http://schemas.openxmlformats.org/drawingml/2006/main">
              <a:ext uri="{FF2B5EF4-FFF2-40B4-BE49-F238E27FC236}">
                <a16:creationId xmlns:a16="http://schemas.microsoft.com/office/drawing/2014/main" id="{014D6D0C-4E4D-4E08-8307-0CE6E91B8919}"/>
              </a:ext>
            </a:extLst>
          </p:cNvPr>
          <p:cNvSpPr>
            <a:spLocks xmlns:a="http://schemas.openxmlformats.org/drawingml/2006/main" noGrp="1"/>
          </p:cNvSpPr>
          <p:nvPr/>
        </p:nvSpPr>
        <p:spPr>
          <a:xfrm xmlns:a="http://schemas.openxmlformats.org/drawingml/2006/main">
            <a:off x="749880" y="1572840"/>
            <a:ext cx="45716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RETAINED SAMPLE  •  GENERATED THROUGH THE DOCUMENTED RUN PATH</a:t>
            </a:r>
            <a:endParaRPr sz="1050" b="0" u="none">
              <a:solidFill>
                <a:srgbClr val="000000"/>
              </a:solidFill>
              <a:latin typeface="Arial"/>
              <a:ea typeface="Arial"/>
              <a:cs typeface="Arial"/>
            </a:endParaRPr>
          </a:p>
        </p:txBody>
      </p:sp>
      <p:sp>
        <p:nvSpPr>
          <p:cNvPr id="82" name="Shape 3">
            <a:extLst xmlns:a="http://schemas.openxmlformats.org/drawingml/2006/main">
              <a:ext uri="{FF2B5EF4-FFF2-40B4-BE49-F238E27FC236}">
                <a16:creationId xmlns:a16="http://schemas.microsoft.com/office/drawing/2014/main" id="{95653D35-B7DB-40C1-8DCB-ACC6F9917A15}"/>
              </a:ext>
            </a:extLst>
          </p:cNvPr>
          <p:cNvSpPr>
            <a:spLocks xmlns:a="http://schemas.openxmlformats.org/drawingml/2006/main" noGrp="1"/>
          </p:cNvSpPr>
          <p:nvPr/>
        </p:nvSpPr>
        <p:spPr>
          <a:xfrm xmlns:a="http://schemas.openxmlformats.org/drawingml/2006/main">
            <a:off x="749880" y="1965960"/>
            <a:ext cx="5376240" cy="37944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3" name="Text 4">
            <a:extLst xmlns:a="http://schemas.openxmlformats.org/drawingml/2006/main">
              <a:ext uri="{FF2B5EF4-FFF2-40B4-BE49-F238E27FC236}">
                <a16:creationId xmlns:a16="http://schemas.microsoft.com/office/drawing/2014/main" id="{C895E9BD-7288-4645-B8C0-2EF442B0E117}"/>
              </a:ext>
            </a:extLst>
          </p:cNvPr>
          <p:cNvSpPr>
            <a:spLocks xmlns:a="http://schemas.openxmlformats.org/drawingml/2006/main" noGrp="1"/>
          </p:cNvSpPr>
          <p:nvPr/>
        </p:nvSpPr>
        <p:spPr>
          <a:xfrm xmlns:a="http://schemas.openxmlformats.org/drawingml/2006/main">
            <a:off x="1051560" y="2258640"/>
            <a:ext cx="10054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2563EB"/>
                </a:solidFill>
                <a:latin typeface="Aptos"/>
                <a:ea typeface="Aptos"/>
                <a:cs typeface="Aptos"/>
              </a:rPr>
              <a:t>PERSONIO</a:t>
            </a:r>
            <a:endParaRPr sz="1050" b="0" u="none">
              <a:solidFill>
                <a:srgbClr val="000000"/>
              </a:solidFill>
              <a:latin typeface="Arial"/>
              <a:ea typeface="Arial"/>
              <a:cs typeface="Arial"/>
            </a:endParaRPr>
          </a:p>
        </p:txBody>
      </p:sp>
      <p:sp>
        <p:nvSpPr>
          <p:cNvPr id="84" name="Text 5">
            <a:extLst xmlns:a="http://schemas.openxmlformats.org/drawingml/2006/main">
              <a:ext uri="{FF2B5EF4-FFF2-40B4-BE49-F238E27FC236}">
                <a16:creationId xmlns:a16="http://schemas.microsoft.com/office/drawing/2014/main" id="{10F5F896-E876-498E-AEC4-D9274811020A}"/>
              </a:ext>
            </a:extLst>
          </p:cNvPr>
          <p:cNvSpPr>
            <a:spLocks xmlns:a="http://schemas.openxmlformats.org/drawingml/2006/main" noGrp="1"/>
          </p:cNvSpPr>
          <p:nvPr/>
        </p:nvSpPr>
        <p:spPr>
          <a:xfrm xmlns:a="http://schemas.openxmlformats.org/drawingml/2006/main">
            <a:off x="1051560" y="2578680"/>
            <a:ext cx="356580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Public evidence found</a:t>
            </a:r>
            <a:endParaRPr sz="2600" b="0" u="none">
              <a:solidFill>
                <a:srgbClr val="000000"/>
              </a:solidFill>
              <a:latin typeface="Arial"/>
              <a:ea typeface="Arial"/>
              <a:cs typeface="Arial"/>
            </a:endParaRPr>
          </a:p>
        </p:txBody>
      </p:sp>
      <p:sp>
        <p:nvSpPr>
          <p:cNvPr id="85" name="Text 6">
            <a:extLst xmlns:a="http://schemas.openxmlformats.org/drawingml/2006/main">
              <a:ext uri="{FF2B5EF4-FFF2-40B4-BE49-F238E27FC236}">
                <a16:creationId xmlns:a16="http://schemas.microsoft.com/office/drawing/2014/main" id="{48B4EC36-673C-4B68-88F7-0D86F8E00D71}"/>
              </a:ext>
            </a:extLst>
          </p:cNvPr>
          <p:cNvSpPr>
            <a:spLocks xmlns:a="http://schemas.openxmlformats.org/drawingml/2006/main" noGrp="1"/>
          </p:cNvSpPr>
          <p:nvPr/>
        </p:nvSpPr>
        <p:spPr>
          <a:xfrm xmlns:a="http://schemas.openxmlformats.org/drawingml/2006/main">
            <a:off x="1051560" y="3035880"/>
            <a:ext cx="44802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3 candidate systems  •  1 evidenced  •  2 undetermined</a:t>
            </a:r>
            <a:endParaRPr sz="1400" b="0" u="none">
              <a:solidFill>
                <a:srgbClr val="000000"/>
              </a:solidFill>
              <a:latin typeface="Arial"/>
              <a:ea typeface="Arial"/>
              <a:cs typeface="Arial"/>
            </a:endParaRPr>
          </a:p>
        </p:txBody>
      </p:sp>
      <p:sp>
        <p:nvSpPr>
          <p:cNvPr id="86" name="Shape 7">
            <a:extLst xmlns:a="http://schemas.openxmlformats.org/drawingml/2006/main">
              <a:ext uri="{FF2B5EF4-FFF2-40B4-BE49-F238E27FC236}">
                <a16:creationId xmlns:a16="http://schemas.microsoft.com/office/drawing/2014/main" id="{52B99E8C-4FAD-4852-A47A-FF15DF50F0B1}"/>
              </a:ext>
            </a:extLst>
          </p:cNvPr>
          <p:cNvSpPr>
            <a:spLocks xmlns:a="http://schemas.openxmlformats.org/drawingml/2006/main" noGrp="1"/>
          </p:cNvSpPr>
          <p:nvPr/>
        </p:nvSpPr>
        <p:spPr>
          <a:xfrm xmlns:a="http://schemas.openxmlformats.org/drawingml/2006/main">
            <a:off x="1051560" y="3584520"/>
            <a:ext cx="4754520" cy="1206720"/>
          </a:xfrm>
          <a:prstGeom xmlns:a="http://schemas.openxmlformats.org/drawingml/2006/main" prst="roundRect">
            <a:avLst>
              <a:gd name="adj" fmla="val 7576"/>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7" name="Text 8">
            <a:extLst xmlns:a="http://schemas.openxmlformats.org/drawingml/2006/main">
              <a:ext uri="{FF2B5EF4-FFF2-40B4-BE49-F238E27FC236}">
                <a16:creationId xmlns:a16="http://schemas.microsoft.com/office/drawing/2014/main" id="{693C2E7A-2B79-4585-8383-2FC8A21A9985}"/>
              </a:ext>
            </a:extLst>
          </p:cNvPr>
          <p:cNvSpPr>
            <a:spLocks xmlns:a="http://schemas.openxmlformats.org/drawingml/2006/main" noGrp="1"/>
          </p:cNvSpPr>
          <p:nvPr/>
        </p:nvSpPr>
        <p:spPr>
          <a:xfrm xmlns:a="http://schemas.openxmlformats.org/drawingml/2006/main">
            <a:off x="1298520" y="3767400"/>
            <a:ext cx="233136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2563EB"/>
                </a:solidFill>
                <a:latin typeface="Aptos"/>
                <a:ea typeface="Aptos"/>
                <a:cs typeface="Aptos"/>
              </a:rPr>
              <a:t>EXACT SUPPORTING SENTENCE</a:t>
            </a:r>
            <a:endParaRPr sz="950" b="0" u="none">
              <a:solidFill>
                <a:srgbClr val="000000"/>
              </a:solidFill>
              <a:latin typeface="Arial"/>
              <a:ea typeface="Arial"/>
              <a:cs typeface="Arial"/>
            </a:endParaRPr>
          </a:p>
        </p:txBody>
      </p:sp>
      <p:sp>
        <p:nvSpPr>
          <p:cNvPr id="88" name="Text 9">
            <a:extLst xmlns:a="http://schemas.openxmlformats.org/drawingml/2006/main">
              <a:ext uri="{FF2B5EF4-FFF2-40B4-BE49-F238E27FC236}">
                <a16:creationId xmlns:a16="http://schemas.microsoft.com/office/drawing/2014/main" id="{278879F8-91B8-4CE6-A455-2A0C21490514}"/>
              </a:ext>
            </a:extLst>
          </p:cNvPr>
          <p:cNvSpPr>
            <a:spLocks xmlns:a="http://schemas.openxmlformats.org/drawingml/2006/main" noGrp="1"/>
          </p:cNvSpPr>
          <p:nvPr/>
        </p:nvSpPr>
        <p:spPr>
          <a:xfrm xmlns:a="http://schemas.openxmlformats.org/drawingml/2006/main">
            <a:off x="1298520" y="4078080"/>
            <a:ext cx="416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650" b="0" i="1" u="none">
                <a:solidFill>
                  <a:srgbClr val="0B1020"/>
                </a:solidFill>
                <a:latin typeface="Aptos"/>
                <a:ea typeface="Aptos"/>
                <a:cs typeface="Aptos"/>
              </a:rPr>
              <a:t>“AI Performance Summaries provide an AI-generated summary of all continuous feedback, manager, peer, and upward reviews…”</a:t>
            </a:r>
            <a:endParaRPr sz="1650" b="0" u="none">
              <a:solidFill>
                <a:srgbClr val="000000"/>
              </a:solidFill>
              <a:latin typeface="Arial"/>
              <a:ea typeface="Arial"/>
              <a:cs typeface="Arial"/>
            </a:endParaRPr>
          </a:p>
        </p:txBody>
      </p:sp>
      <p:sp>
        <p:nvSpPr>
          <p:cNvPr id="89" name="Text 10">
            <a:extLst xmlns:a="http://schemas.openxmlformats.org/drawingml/2006/main">
              <a:ext uri="{FF2B5EF4-FFF2-40B4-BE49-F238E27FC236}">
                <a16:creationId xmlns:a16="http://schemas.microsoft.com/office/drawing/2014/main" id="{EF13023F-EF52-45D8-95B1-467340A29488}"/>
              </a:ext>
            </a:extLst>
          </p:cNvPr>
          <p:cNvSpPr>
            <a:spLocks xmlns:a="http://schemas.openxmlformats.org/drawingml/2006/main" noGrp="1"/>
          </p:cNvSpPr>
          <p:nvPr/>
        </p:nvSpPr>
        <p:spPr>
          <a:xfrm xmlns:a="http://schemas.openxmlformats.org/drawingml/2006/main">
            <a:off x="1051560" y="5093280"/>
            <a:ext cx="452592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500" b="1" u="none">
                <a:solidFill>
                  <a:srgbClr val="273244"/>
                </a:solidFill>
                <a:latin typeface="Aptos"/>
                <a:ea typeface="Aptos"/>
                <a:cs typeface="Aptos"/>
              </a:rPr>
              <a:t>Question to verify: Is this in use today, and since when?</a:t>
            </a:r>
            <a:endParaRPr sz="1500" b="0" u="none">
              <a:solidFill>
                <a:srgbClr val="000000"/>
              </a:solidFill>
              <a:latin typeface="Arial"/>
              <a:ea typeface="Arial"/>
              <a:cs typeface="Arial"/>
            </a:endParaRPr>
          </a:p>
        </p:txBody>
      </p:sp>
      <p:sp>
        <p:nvSpPr>
          <p:cNvPr id="90" name="Shape 11">
            <a:extLst xmlns:a="http://schemas.openxmlformats.org/drawingml/2006/main">
              <a:ext uri="{FF2B5EF4-FFF2-40B4-BE49-F238E27FC236}">
                <a16:creationId xmlns:a16="http://schemas.microsoft.com/office/drawing/2014/main" id="{CAB61817-52DA-4607-807C-D44738209C96}"/>
              </a:ext>
            </a:extLst>
          </p:cNvPr>
          <p:cNvSpPr>
            <a:spLocks xmlns:a="http://schemas.openxmlformats.org/drawingml/2006/main" noGrp="1"/>
          </p:cNvSpPr>
          <p:nvPr/>
        </p:nvSpPr>
        <p:spPr>
          <a:xfrm xmlns:a="http://schemas.openxmlformats.org/drawingml/2006/main">
            <a:off x="6400800" y="1965960"/>
            <a:ext cx="5010480" cy="3794400"/>
          </a:xfrm>
          <a:prstGeom xmlns:a="http://schemas.openxmlformats.org/drawingml/2006/main" prst="roundRect">
            <a:avLst>
              <a:gd name="adj" fmla="val 3614"/>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1" name="Text 12">
            <a:extLst xmlns:a="http://schemas.openxmlformats.org/drawingml/2006/main">
              <a:ext uri="{FF2B5EF4-FFF2-40B4-BE49-F238E27FC236}">
                <a16:creationId xmlns:a16="http://schemas.microsoft.com/office/drawing/2014/main" id="{5C622183-5235-4283-966B-6C948F1F36EF}"/>
              </a:ext>
            </a:extLst>
          </p:cNvPr>
          <p:cNvSpPr>
            <a:spLocks xmlns:a="http://schemas.openxmlformats.org/drawingml/2006/main" noGrp="1"/>
          </p:cNvSpPr>
          <p:nvPr/>
        </p:nvSpPr>
        <p:spPr>
          <a:xfrm xmlns:a="http://schemas.openxmlformats.org/drawingml/2006/main">
            <a:off x="6711840" y="2258640"/>
            <a:ext cx="182844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64748B"/>
                </a:solidFill>
                <a:latin typeface="Aptos"/>
                <a:ea typeface="Aptos"/>
                <a:cs typeface="Aptos"/>
              </a:rPr>
              <a:t>BALLYMALOE FOODS</a:t>
            </a:r>
            <a:endParaRPr sz="1050" b="0" u="none">
              <a:solidFill>
                <a:srgbClr val="000000"/>
              </a:solidFill>
              <a:latin typeface="Arial"/>
              <a:ea typeface="Arial"/>
              <a:cs typeface="Arial"/>
            </a:endParaRPr>
          </a:p>
        </p:txBody>
      </p:sp>
      <p:sp>
        <p:nvSpPr>
          <p:cNvPr id="92" name="Text 13">
            <a:extLst xmlns:a="http://schemas.openxmlformats.org/drawingml/2006/main">
              <a:ext uri="{FF2B5EF4-FFF2-40B4-BE49-F238E27FC236}">
                <a16:creationId xmlns:a16="http://schemas.microsoft.com/office/drawing/2014/main" id="{E2306893-B13C-4C67-97E0-AAF280689951}"/>
              </a:ext>
            </a:extLst>
          </p:cNvPr>
          <p:cNvSpPr>
            <a:spLocks xmlns:a="http://schemas.openxmlformats.org/drawingml/2006/main" noGrp="1"/>
          </p:cNvSpPr>
          <p:nvPr/>
        </p:nvSpPr>
        <p:spPr>
          <a:xfrm xmlns:a="http://schemas.openxmlformats.org/drawingml/2006/main">
            <a:off x="6711840" y="2578680"/>
            <a:ext cx="416016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No public evidence found</a:t>
            </a:r>
            <a:endParaRPr sz="2600" b="0" u="none">
              <a:solidFill>
                <a:srgbClr val="000000"/>
              </a:solidFill>
              <a:latin typeface="Arial"/>
              <a:ea typeface="Arial"/>
              <a:cs typeface="Arial"/>
            </a:endParaRPr>
          </a:p>
        </p:txBody>
      </p:sp>
      <p:sp>
        <p:nvSpPr>
          <p:cNvPr id="93" name="Text 14">
            <a:extLst xmlns:a="http://schemas.openxmlformats.org/drawingml/2006/main">
              <a:ext uri="{FF2B5EF4-FFF2-40B4-BE49-F238E27FC236}">
                <a16:creationId xmlns:a16="http://schemas.microsoft.com/office/drawing/2014/main" id="{FAD7D58D-FE69-4ACF-8522-5DD19AF844FC}"/>
              </a:ext>
            </a:extLst>
          </p:cNvPr>
          <p:cNvSpPr>
            <a:spLocks xmlns:a="http://schemas.openxmlformats.org/drawingml/2006/main" noGrp="1"/>
          </p:cNvSpPr>
          <p:nvPr/>
        </p:nvSpPr>
        <p:spPr>
          <a:xfrm xmlns:a="http://schemas.openxmlformats.org/drawingml/2006/main">
            <a:off x="6711840" y="3035880"/>
            <a:ext cx="4160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0 candidate systems  •  1 question to discuss</a:t>
            </a:r>
            <a:endParaRPr sz="1400" b="0" u="none">
              <a:solidFill>
                <a:srgbClr val="000000"/>
              </a:solidFill>
              <a:latin typeface="Arial"/>
              <a:ea typeface="Arial"/>
              <a:cs typeface="Arial"/>
            </a:endParaRPr>
          </a:p>
        </p:txBody>
      </p:sp>
      <p:sp>
        <p:nvSpPr>
          <p:cNvPr id="94" name="Shape 15">
            <a:extLst xmlns:a="http://schemas.openxmlformats.org/drawingml/2006/main">
              <a:ext uri="{FF2B5EF4-FFF2-40B4-BE49-F238E27FC236}">
                <a16:creationId xmlns:a16="http://schemas.microsoft.com/office/drawing/2014/main" id="{6F96F672-BCB6-4646-9E7D-56A18EC0F9B7}"/>
              </a:ext>
            </a:extLst>
          </p:cNvPr>
          <p:cNvSpPr>
            <a:spLocks xmlns:a="http://schemas.openxmlformats.org/drawingml/2006/main" noGrp="1"/>
          </p:cNvSpPr>
          <p:nvPr/>
        </p:nvSpPr>
        <p:spPr>
          <a:xfrm xmlns:a="http://schemas.openxmlformats.org/drawingml/2006/main">
            <a:off x="6711840" y="3584520"/>
            <a:ext cx="4388760" cy="1206720"/>
          </a:xfrm>
          <a:prstGeom xmlns:a="http://schemas.openxmlformats.org/drawingml/2006/main" prst="roundRect">
            <a:avLst>
              <a:gd name="adj" fmla="val 757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5" name="Text 16">
            <a:extLst xmlns:a="http://schemas.openxmlformats.org/drawingml/2006/main">
              <a:ext uri="{FF2B5EF4-FFF2-40B4-BE49-F238E27FC236}">
                <a16:creationId xmlns:a16="http://schemas.microsoft.com/office/drawing/2014/main" id="{04A87919-DB78-4FF7-A58D-11ABEAA62925}"/>
              </a:ext>
            </a:extLst>
          </p:cNvPr>
          <p:cNvSpPr>
            <a:spLocks xmlns:a="http://schemas.openxmlformats.org/drawingml/2006/main" noGrp="1"/>
          </p:cNvSpPr>
          <p:nvPr/>
        </p:nvSpPr>
        <p:spPr>
          <a:xfrm xmlns:a="http://schemas.openxmlformats.org/drawingml/2006/main">
            <a:off x="6958440" y="3767400"/>
            <a:ext cx="196560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B45309"/>
                </a:solidFill>
                <a:latin typeface="Aptos"/>
                <a:ea typeface="Aptos"/>
                <a:cs typeface="Aptos"/>
              </a:rPr>
              <a:t>THE HONEST RESULT</a:t>
            </a:r>
            <a:endParaRPr sz="950" b="0" u="none">
              <a:solidFill>
                <a:srgbClr val="000000"/>
              </a:solidFill>
              <a:latin typeface="Arial"/>
              <a:ea typeface="Arial"/>
              <a:cs typeface="Arial"/>
            </a:endParaRPr>
          </a:p>
        </p:txBody>
      </p:sp>
      <p:sp>
        <p:nvSpPr>
          <p:cNvPr id="96" name="Text 17">
            <a:extLst xmlns:a="http://schemas.openxmlformats.org/drawingml/2006/main">
              <a:ext uri="{FF2B5EF4-FFF2-40B4-BE49-F238E27FC236}">
                <a16:creationId xmlns:a16="http://schemas.microsoft.com/office/drawing/2014/main" id="{63D1E561-E470-410F-9371-CEF075AB87E4}"/>
              </a:ext>
            </a:extLst>
          </p:cNvPr>
          <p:cNvSpPr>
            <a:spLocks xmlns:a="http://schemas.openxmlformats.org/drawingml/2006/main" noGrp="1"/>
          </p:cNvSpPr>
          <p:nvPr/>
        </p:nvSpPr>
        <p:spPr>
          <a:xfrm xmlns:a="http://schemas.openxmlformats.org/drawingml/2006/main">
            <a:off x="6958440" y="4096440"/>
            <a:ext cx="374868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No public evidence is not the same as no AI use.</a:t>
            </a:r>
            <a:endParaRPr sz="2200" b="0" u="none">
              <a:solidFill>
                <a:srgbClr val="000000"/>
              </a:solidFill>
              <a:latin typeface="Arial"/>
              <a:ea typeface="Arial"/>
              <a:cs typeface="Arial"/>
            </a:endParaRPr>
          </a:p>
        </p:txBody>
      </p:sp>
      <p:sp>
        <p:nvSpPr>
          <p:cNvPr id="97" name="Text 18">
            <a:extLst xmlns:a="http://schemas.openxmlformats.org/drawingml/2006/main">
              <a:ext uri="{FF2B5EF4-FFF2-40B4-BE49-F238E27FC236}">
                <a16:creationId xmlns:a16="http://schemas.microsoft.com/office/drawing/2014/main" id="{1CB9528D-9214-4368-AAC2-1A17B0370E0C}"/>
              </a:ext>
            </a:extLst>
          </p:cNvPr>
          <p:cNvSpPr>
            <a:spLocks xmlns:a="http://schemas.openxmlformats.org/drawingml/2006/main" noGrp="1"/>
          </p:cNvSpPr>
          <p:nvPr/>
        </p:nvSpPr>
        <p:spPr>
          <a:xfrm xmlns:a="http://schemas.openxmlformats.org/drawingml/2006/main">
            <a:off x="6711840" y="5093280"/>
            <a:ext cx="420588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500" b="1" u="none">
                <a:solidFill>
                  <a:srgbClr val="273244"/>
                </a:solidFill>
                <a:latin typeface="Aptos"/>
                <a:ea typeface="Aptos"/>
                <a:cs typeface="Aptos"/>
              </a:rPr>
              <a:t>Question to ask: What AI tools does the business actually use?</a:t>
            </a:r>
            <a:endParaRPr sz="1500" b="0" u="none">
              <a:solidFill>
                <a:srgbClr val="000000"/>
              </a:solidFill>
              <a:latin typeface="Arial"/>
              <a:ea typeface="Arial"/>
              <a:cs typeface="Arial"/>
            </a:endParaRPr>
          </a:p>
        </p:txBody>
      </p:sp>
      <p:sp>
        <p:nvSpPr>
          <p:cNvPr id="98" name="Text 19">
            <a:extLst xmlns:a="http://schemas.openxmlformats.org/drawingml/2006/main">
              <a:ext uri="{FF2B5EF4-FFF2-40B4-BE49-F238E27FC236}">
                <a16:creationId xmlns:a16="http://schemas.microsoft.com/office/drawing/2014/main" id="{7E8AE9B7-C347-407E-9D50-3A39A51A674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DEMO</a:t>
            </a:r>
            <a:endParaRPr sz="900" b="0" u="none">
              <a:solidFill>
                <a:srgbClr val="000000"/>
              </a:solidFill>
              <a:latin typeface="Arial"/>
              <a:ea typeface="Arial"/>
              <a:cs typeface="Arial"/>
            </a:endParaRPr>
          </a:p>
        </p:txBody>
      </p:sp>
      <p:sp>
        <p:nvSpPr>
          <p:cNvPr id="99" name="PlaceHolder 1">
            <a:extLst xmlns:a="http://schemas.openxmlformats.org/drawingml/2006/main">
              <a:ext uri="{FF2B5EF4-FFF2-40B4-BE49-F238E27FC236}">
                <a16:creationId xmlns:a16="http://schemas.microsoft.com/office/drawing/2014/main" id="{43904E9A-545C-40F0-A3FF-C697B21CD680}"/>
              </a:ext>
            </a:extLst>
          </p:cNvPr>
          <p:cNvSpPr>
            <a:spLocks xmlns:a="http://schemas.openxmlformats.org/drawingml/2006/main" noGrp="1"/>
          </p:cNvSpPr>
          <p:nvPr>
            <p:ph type="sldNum" idx="8"/>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FD6AB9A-5F9E-5F59-51AB-3C8734130965}" type="slidenum">
              <a:rPr sz="900" b="0" u="none">
                <a:solidFill>
                  <a:srgbClr val="94A3B8"/>
                </a:solidFill>
                <a:latin typeface="Aptos"/>
                <a:ea typeface="Aptos"/>
                <a:cs typeface="Aptos"/>
              </a:rPr>
              <a:t>4</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84676685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0" name="Text 0">
            <a:extLst xmlns:a="http://schemas.openxmlformats.org/drawingml/2006/main">
              <a:ext uri="{FF2B5EF4-FFF2-40B4-BE49-F238E27FC236}">
                <a16:creationId xmlns:a16="http://schemas.microsoft.com/office/drawing/2014/main" id="{913DD227-DF10-4E1B-A9F2-4EE9640252AC}"/>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TRUST BOUNDARY</a:t>
            </a:r>
            <a:endParaRPr sz="1100" b="0" u="none">
              <a:solidFill>
                <a:srgbClr val="000000"/>
              </a:solidFill>
              <a:latin typeface="Arial"/>
              <a:ea typeface="Arial"/>
              <a:cs typeface="Arial"/>
            </a:endParaRPr>
          </a:p>
        </p:txBody>
      </p:sp>
      <p:sp>
        <p:nvSpPr>
          <p:cNvPr id="101" name="Text 1">
            <a:extLst xmlns:a="http://schemas.openxmlformats.org/drawingml/2006/main">
              <a:ext uri="{FF2B5EF4-FFF2-40B4-BE49-F238E27FC236}">
                <a16:creationId xmlns:a16="http://schemas.microsoft.com/office/drawing/2014/main" id="{DDF0F064-490C-4C3C-BEC0-6723229A9C63}"/>
              </a:ext>
            </a:extLst>
          </p:cNvPr>
          <p:cNvSpPr>
            <a:spLocks xmlns:a="http://schemas.openxmlformats.org/drawingml/2006/main" noGrp="1"/>
          </p:cNvSpPr>
          <p:nvPr/>
        </p:nvSpPr>
        <p:spPr>
          <a:xfrm xmlns:a="http://schemas.openxmlformats.org/drawingml/2006/main">
            <a:off x="713137" y="713137"/>
            <a:ext cx="10743819" cy="914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Trust is enforced at the gate,</a:t>
            </a:r>
            <a:endParaRPr sz="3700" b="0" u="none">
              <a:solidFill>
                <a:srgbClr val="000000"/>
              </a:solidFill>
              <a:latin typeface="Arial"/>
              <a:ea typeface="Arial"/>
              <a:cs typeface="Arial"/>
            </a:endParaRPr>
          </a:p>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not promised in the prompt</a:t>
            </a:r>
            <a:endParaRPr sz="3700" b="0" u="none">
              <a:solidFill>
                <a:srgbClr val="000000"/>
              </a:solidFill>
              <a:latin typeface="Arial"/>
              <a:ea typeface="Arial"/>
              <a:cs typeface="Arial"/>
            </a:endParaRPr>
          </a:p>
        </p:txBody>
      </p:sp>
      <p:sp>
        <p:nvSpPr>
          <p:cNvPr id="102" name="Text 2">
            <a:extLst xmlns:a="http://schemas.openxmlformats.org/drawingml/2006/main">
              <a:ext uri="{FF2B5EF4-FFF2-40B4-BE49-F238E27FC236}">
                <a16:creationId xmlns:a16="http://schemas.microsoft.com/office/drawing/2014/main" id="{80888F36-0A5F-431F-AA62-0D2EEB9B76E7}"/>
              </a:ext>
            </a:extLst>
          </p:cNvPr>
          <p:cNvSpPr>
            <a:spLocks xmlns:a="http://schemas.openxmlformats.org/drawingml/2006/main" noGrp="1"/>
          </p:cNvSpPr>
          <p:nvPr/>
        </p:nvSpPr>
        <p:spPr>
          <a:xfrm xmlns:a="http://schemas.openxmlformats.org/drawingml/2006/main">
            <a:off x="749903" y="1743075"/>
            <a:ext cx="5851779" cy="319659"/>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800" b="0" u="none">
                <a:solidFill>
                  <a:srgbClr val="64748B"/>
                </a:solidFill>
                <a:latin typeface="Aptos"/>
                <a:ea typeface="Aptos"/>
                <a:cs typeface="Aptos"/>
              </a:rPr>
              <a:t>A finding ships only when all three checks pass</a:t>
            </a:r>
            <a:endParaRPr sz="1800" b="0" u="none">
              <a:solidFill>
                <a:srgbClr val="000000"/>
              </a:solidFill>
              <a:latin typeface="Arial"/>
              <a:ea typeface="Arial"/>
              <a:cs typeface="Arial"/>
            </a:endParaRPr>
          </a:p>
        </p:txBody>
      </p:sp>
      <p:sp>
        <p:nvSpPr>
          <p:cNvPr id="103" name="Shape 3">
            <a:extLst xmlns:a="http://schemas.openxmlformats.org/drawingml/2006/main">
              <a:ext uri="{FF2B5EF4-FFF2-40B4-BE49-F238E27FC236}">
                <a16:creationId xmlns:a16="http://schemas.microsoft.com/office/drawing/2014/main" id="{29624A94-E901-41FC-82CB-284DF6FAB68F}"/>
              </a:ext>
            </a:extLst>
          </p:cNvPr>
          <p:cNvSpPr>
            <a:spLocks xmlns:a="http://schemas.openxmlformats.org/drawingml/2006/main" noGrp="1"/>
          </p:cNvSpPr>
          <p:nvPr/>
        </p:nvSpPr>
        <p:spPr>
          <a:xfrm xmlns:a="http://schemas.openxmlformats.org/drawingml/2006/main">
            <a:off x="3538440" y="3218400"/>
            <a:ext cx="384120"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4" name="Shape 4">
            <a:extLst xmlns:a="http://schemas.openxmlformats.org/drawingml/2006/main">
              <a:ext uri="{FF2B5EF4-FFF2-40B4-BE49-F238E27FC236}">
                <a16:creationId xmlns:a16="http://schemas.microsoft.com/office/drawing/2014/main" id="{7DB0489C-F24E-499C-B761-17C06BA0E9BB}"/>
              </a:ext>
            </a:extLst>
          </p:cNvPr>
          <p:cNvSpPr>
            <a:spLocks xmlns:a="http://schemas.openxmlformats.org/drawingml/2006/main" noGrp="1"/>
          </p:cNvSpPr>
          <p:nvPr/>
        </p:nvSpPr>
        <p:spPr>
          <a:xfrm xmlns:a="http://schemas.openxmlformats.org/drawingml/2006/main">
            <a:off x="7086600" y="3218400"/>
            <a:ext cx="383760"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5" name="Shape 5">
            <a:extLst xmlns:a="http://schemas.openxmlformats.org/drawingml/2006/main">
              <a:ext uri="{FF2B5EF4-FFF2-40B4-BE49-F238E27FC236}">
                <a16:creationId xmlns:a16="http://schemas.microsoft.com/office/drawing/2014/main" id="{1E18E3C3-5276-4434-AF0D-7118ABDB56CC}"/>
              </a:ext>
            </a:extLst>
          </p:cNvPr>
          <p:cNvSpPr>
            <a:spLocks xmlns:a="http://schemas.openxmlformats.org/drawingml/2006/main" noGrp="1"/>
          </p:cNvSpPr>
          <p:nvPr/>
        </p:nvSpPr>
        <p:spPr>
          <a:xfrm xmlns:a="http://schemas.openxmlformats.org/drawingml/2006/main">
            <a:off x="749880" y="2258640"/>
            <a:ext cx="2998800"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6" name="Shape 6">
            <a:extLst xmlns:a="http://schemas.openxmlformats.org/drawingml/2006/main">
              <a:ext uri="{FF2B5EF4-FFF2-40B4-BE49-F238E27FC236}">
                <a16:creationId xmlns:a16="http://schemas.microsoft.com/office/drawing/2014/main" id="{3A18733D-5672-40EA-802B-23714E537A66}"/>
              </a:ext>
            </a:extLst>
          </p:cNvPr>
          <p:cNvSpPr>
            <a:spLocks xmlns:a="http://schemas.openxmlformats.org/drawingml/2006/main" noGrp="1"/>
          </p:cNvSpPr>
          <p:nvPr/>
        </p:nvSpPr>
        <p:spPr>
          <a:xfrm xmlns:a="http://schemas.openxmlformats.org/drawingml/2006/main">
            <a:off x="978480" y="2532960"/>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7" name="Text 7">
            <a:extLst xmlns:a="http://schemas.openxmlformats.org/drawingml/2006/main">
              <a:ext uri="{FF2B5EF4-FFF2-40B4-BE49-F238E27FC236}">
                <a16:creationId xmlns:a16="http://schemas.microsoft.com/office/drawing/2014/main" id="{ED3DF422-06A8-4E6C-8727-43DAC4FCE734}"/>
              </a:ext>
            </a:extLst>
          </p:cNvPr>
          <p:cNvSpPr>
            <a:spLocks xmlns:a="http://schemas.openxmlformats.org/drawingml/2006/main" noGrp="1"/>
          </p:cNvSpPr>
          <p:nvPr/>
        </p:nvSpPr>
        <p:spPr>
          <a:xfrm xmlns:a="http://schemas.openxmlformats.org/drawingml/2006/main">
            <a:off x="978480" y="2532960"/>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01</a:t>
            </a:r>
            <a:endParaRPr sz="1500" b="0" u="none">
              <a:solidFill>
                <a:srgbClr val="000000"/>
              </a:solidFill>
              <a:latin typeface="Arial"/>
              <a:ea typeface="Arial"/>
              <a:cs typeface="Arial"/>
            </a:endParaRPr>
          </a:p>
        </p:txBody>
      </p:sp>
      <p:sp>
        <p:nvSpPr>
          <p:cNvPr id="108" name="Text 8">
            <a:extLst xmlns:a="http://schemas.openxmlformats.org/drawingml/2006/main">
              <a:ext uri="{FF2B5EF4-FFF2-40B4-BE49-F238E27FC236}">
                <a16:creationId xmlns:a16="http://schemas.microsoft.com/office/drawing/2014/main" id="{58C46FEB-D492-4EF2-B4D7-D9268DF7D02B}"/>
              </a:ext>
            </a:extLst>
          </p:cNvPr>
          <p:cNvSpPr>
            <a:spLocks xmlns:a="http://schemas.openxmlformats.org/drawingml/2006/main" noGrp="1"/>
          </p:cNvSpPr>
          <p:nvPr/>
        </p:nvSpPr>
        <p:spPr>
          <a:xfrm xmlns:a="http://schemas.openxmlformats.org/drawingml/2006/main">
            <a:off x="1591200" y="2587680"/>
            <a:ext cx="1874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Exact quote</a:t>
            </a:r>
            <a:endParaRPr sz="2200" b="0" u="none">
              <a:solidFill>
                <a:srgbClr val="000000"/>
              </a:solidFill>
              <a:latin typeface="Arial"/>
              <a:ea typeface="Arial"/>
              <a:cs typeface="Arial"/>
            </a:endParaRPr>
          </a:p>
        </p:txBody>
      </p:sp>
      <p:sp>
        <p:nvSpPr>
          <p:cNvPr id="109" name="Text 9">
            <a:extLst xmlns:a="http://schemas.openxmlformats.org/drawingml/2006/main">
              <a:ext uri="{FF2B5EF4-FFF2-40B4-BE49-F238E27FC236}">
                <a16:creationId xmlns:a16="http://schemas.microsoft.com/office/drawing/2014/main" id="{846A4E3C-7926-44F8-A0D8-59ADE38606CD}"/>
              </a:ext>
            </a:extLst>
          </p:cNvPr>
          <p:cNvSpPr>
            <a:spLocks xmlns:a="http://schemas.openxmlformats.org/drawingml/2006/main" noGrp="1"/>
          </p:cNvSpPr>
          <p:nvPr/>
        </p:nvSpPr>
        <p:spPr>
          <a:xfrm xmlns:a="http://schemas.openxmlformats.org/drawingml/2006/main">
            <a:off x="978480" y="3227760"/>
            <a:ext cx="245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sentence exists in the fetched source</a:t>
            </a:r>
            <a:endParaRPr sz="1400" b="0" u="none">
              <a:solidFill>
                <a:srgbClr val="000000"/>
              </a:solidFill>
              <a:latin typeface="Arial"/>
              <a:ea typeface="Arial"/>
              <a:cs typeface="Arial"/>
            </a:endParaRPr>
          </a:p>
        </p:txBody>
      </p:sp>
      <p:sp>
        <p:nvSpPr>
          <p:cNvPr id="110" name="Shape 10">
            <a:extLst xmlns:a="http://schemas.openxmlformats.org/drawingml/2006/main">
              <a:ext uri="{FF2B5EF4-FFF2-40B4-BE49-F238E27FC236}">
                <a16:creationId xmlns:a16="http://schemas.microsoft.com/office/drawing/2014/main" id="{67F019D2-D994-410D-A926-3DF168EC4559}"/>
              </a:ext>
            </a:extLst>
          </p:cNvPr>
          <p:cNvSpPr>
            <a:spLocks xmlns:a="http://schemas.openxmlformats.org/drawingml/2006/main" noGrp="1"/>
          </p:cNvSpPr>
          <p:nvPr/>
        </p:nvSpPr>
        <p:spPr>
          <a:xfrm xmlns:a="http://schemas.openxmlformats.org/drawingml/2006/main">
            <a:off x="4316040" y="2258640"/>
            <a:ext cx="2998800" cy="1938240"/>
          </a:xfrm>
          <a:prstGeom xmlns:a="http://schemas.openxmlformats.org/drawingml/2006/main" prst="roundRect">
            <a:avLst>
              <a:gd name="adj" fmla="val 707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11" name="Shape 11">
            <a:extLst xmlns:a="http://schemas.openxmlformats.org/drawingml/2006/main">
              <a:ext uri="{FF2B5EF4-FFF2-40B4-BE49-F238E27FC236}">
                <a16:creationId xmlns:a16="http://schemas.microsoft.com/office/drawing/2014/main" id="{4CDB228B-9C37-4B35-AABB-AE228912E33C}"/>
              </a:ext>
            </a:extLst>
          </p:cNvPr>
          <p:cNvSpPr>
            <a:spLocks xmlns:a="http://schemas.openxmlformats.org/drawingml/2006/main" noGrp="1"/>
          </p:cNvSpPr>
          <p:nvPr/>
        </p:nvSpPr>
        <p:spPr>
          <a:xfrm xmlns:a="http://schemas.openxmlformats.org/drawingml/2006/main">
            <a:off x="4544640" y="2532960"/>
            <a:ext cx="475200" cy="47520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2" name="Text 12">
            <a:extLst xmlns:a="http://schemas.openxmlformats.org/drawingml/2006/main">
              <a:ext uri="{FF2B5EF4-FFF2-40B4-BE49-F238E27FC236}">
                <a16:creationId xmlns:a16="http://schemas.microsoft.com/office/drawing/2014/main" id="{952E25AA-0D26-428D-8E94-600ABDF55FC7}"/>
              </a:ext>
            </a:extLst>
          </p:cNvPr>
          <p:cNvSpPr>
            <a:spLocks xmlns:a="http://schemas.openxmlformats.org/drawingml/2006/main" noGrp="1"/>
          </p:cNvSpPr>
          <p:nvPr/>
        </p:nvSpPr>
        <p:spPr>
          <a:xfrm xmlns:a="http://schemas.openxmlformats.org/drawingml/2006/main">
            <a:off x="4544640" y="2532960"/>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2563EB"/>
                </a:solidFill>
                <a:latin typeface="Aptos"/>
                <a:ea typeface="Aptos"/>
                <a:cs typeface="Aptos"/>
              </a:rPr>
              <a:t>02</a:t>
            </a:r>
            <a:endParaRPr sz="1500" b="0" u="none">
              <a:solidFill>
                <a:srgbClr val="000000"/>
              </a:solidFill>
              <a:latin typeface="Arial"/>
              <a:ea typeface="Arial"/>
              <a:cs typeface="Arial"/>
            </a:endParaRPr>
          </a:p>
        </p:txBody>
      </p:sp>
      <p:sp>
        <p:nvSpPr>
          <p:cNvPr id="113" name="Text 13">
            <a:extLst xmlns:a="http://schemas.openxmlformats.org/drawingml/2006/main">
              <a:ext uri="{FF2B5EF4-FFF2-40B4-BE49-F238E27FC236}">
                <a16:creationId xmlns:a16="http://schemas.microsoft.com/office/drawing/2014/main" id="{270DC1F2-6388-41F0-AF91-A27291DAA0BE}"/>
              </a:ext>
            </a:extLst>
          </p:cNvPr>
          <p:cNvSpPr>
            <a:spLocks xmlns:a="http://schemas.openxmlformats.org/drawingml/2006/main" noGrp="1"/>
          </p:cNvSpPr>
          <p:nvPr/>
        </p:nvSpPr>
        <p:spPr>
          <a:xfrm xmlns:a="http://schemas.openxmlformats.org/drawingml/2006/main">
            <a:off x="5157360" y="2587680"/>
            <a:ext cx="1874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FFFFFF"/>
                </a:solidFill>
                <a:latin typeface="Aptos Display"/>
                <a:ea typeface="Aptos Display"/>
                <a:cs typeface="Aptos Display"/>
              </a:rPr>
              <a:t>Provenance</a:t>
            </a:r>
            <a:endParaRPr sz="2200" b="0" u="none">
              <a:solidFill>
                <a:srgbClr val="000000"/>
              </a:solidFill>
              <a:latin typeface="Arial"/>
              <a:ea typeface="Arial"/>
              <a:cs typeface="Arial"/>
            </a:endParaRPr>
          </a:p>
        </p:txBody>
      </p:sp>
      <p:sp>
        <p:nvSpPr>
          <p:cNvPr id="114" name="Text 14">
            <a:extLst xmlns:a="http://schemas.openxmlformats.org/drawingml/2006/main">
              <a:ext uri="{FF2B5EF4-FFF2-40B4-BE49-F238E27FC236}">
                <a16:creationId xmlns:a16="http://schemas.microsoft.com/office/drawing/2014/main" id="{5FC4FE4D-803B-4343-A32C-40A57774E13E}"/>
              </a:ext>
            </a:extLst>
          </p:cNvPr>
          <p:cNvSpPr>
            <a:spLocks xmlns:a="http://schemas.openxmlformats.org/drawingml/2006/main" noGrp="1"/>
          </p:cNvSpPr>
          <p:nvPr/>
        </p:nvSpPr>
        <p:spPr>
          <a:xfrm xmlns:a="http://schemas.openxmlformats.org/drawingml/2006/main">
            <a:off x="4544640" y="3227760"/>
            <a:ext cx="245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Source identity and retrieval metadata are complete</a:t>
            </a:r>
            <a:endParaRPr sz="1400" b="0" u="none">
              <a:solidFill>
                <a:srgbClr val="000000"/>
              </a:solidFill>
              <a:latin typeface="Arial"/>
              <a:ea typeface="Arial"/>
              <a:cs typeface="Arial"/>
            </a:endParaRPr>
          </a:p>
        </p:txBody>
      </p:sp>
      <p:sp>
        <p:nvSpPr>
          <p:cNvPr id="115" name="Shape 15">
            <a:extLst xmlns:a="http://schemas.openxmlformats.org/drawingml/2006/main">
              <a:ext uri="{FF2B5EF4-FFF2-40B4-BE49-F238E27FC236}">
                <a16:creationId xmlns:a16="http://schemas.microsoft.com/office/drawing/2014/main" id="{A7975808-C466-464F-A552-466736FA6B16}"/>
              </a:ext>
            </a:extLst>
          </p:cNvPr>
          <p:cNvSpPr>
            <a:spLocks xmlns:a="http://schemas.openxmlformats.org/drawingml/2006/main" noGrp="1"/>
          </p:cNvSpPr>
          <p:nvPr/>
        </p:nvSpPr>
        <p:spPr>
          <a:xfrm xmlns:a="http://schemas.openxmlformats.org/drawingml/2006/main">
            <a:off x="7882200" y="2258640"/>
            <a:ext cx="2998800"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6" name="Shape 16">
            <a:extLst xmlns:a="http://schemas.openxmlformats.org/drawingml/2006/main">
              <a:ext uri="{FF2B5EF4-FFF2-40B4-BE49-F238E27FC236}">
                <a16:creationId xmlns:a16="http://schemas.microsoft.com/office/drawing/2014/main" id="{49C7BFC3-B212-462B-8447-B8D1AF9683FE}"/>
              </a:ext>
            </a:extLst>
          </p:cNvPr>
          <p:cNvSpPr>
            <a:spLocks xmlns:a="http://schemas.openxmlformats.org/drawingml/2006/main" noGrp="1"/>
          </p:cNvSpPr>
          <p:nvPr/>
        </p:nvSpPr>
        <p:spPr>
          <a:xfrm xmlns:a="http://schemas.openxmlformats.org/drawingml/2006/main">
            <a:off x="8110800" y="2532960"/>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7" name="Text 17">
            <a:extLst xmlns:a="http://schemas.openxmlformats.org/drawingml/2006/main">
              <a:ext uri="{FF2B5EF4-FFF2-40B4-BE49-F238E27FC236}">
                <a16:creationId xmlns:a16="http://schemas.microsoft.com/office/drawing/2014/main" id="{1B45A50B-4CCF-4C2B-BCC1-4C9B708621B9}"/>
              </a:ext>
            </a:extLst>
          </p:cNvPr>
          <p:cNvSpPr>
            <a:spLocks xmlns:a="http://schemas.openxmlformats.org/drawingml/2006/main" noGrp="1"/>
          </p:cNvSpPr>
          <p:nvPr/>
        </p:nvSpPr>
        <p:spPr>
          <a:xfrm xmlns:a="http://schemas.openxmlformats.org/drawingml/2006/main">
            <a:off x="8110800" y="2532960"/>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03</a:t>
            </a:r>
            <a:endParaRPr sz="1500" b="0" u="none">
              <a:solidFill>
                <a:srgbClr val="000000"/>
              </a:solidFill>
              <a:latin typeface="Arial"/>
              <a:ea typeface="Arial"/>
              <a:cs typeface="Arial"/>
            </a:endParaRPr>
          </a:p>
        </p:txBody>
      </p:sp>
      <p:sp>
        <p:nvSpPr>
          <p:cNvPr id="118" name="Text 18">
            <a:extLst xmlns:a="http://schemas.openxmlformats.org/drawingml/2006/main">
              <a:ext uri="{FF2B5EF4-FFF2-40B4-BE49-F238E27FC236}">
                <a16:creationId xmlns:a16="http://schemas.microsoft.com/office/drawing/2014/main" id="{95D6FBD7-E312-45BB-8BD0-29ED3F90CB29}"/>
              </a:ext>
            </a:extLst>
          </p:cNvPr>
          <p:cNvSpPr>
            <a:spLocks xmlns:a="http://schemas.openxmlformats.org/drawingml/2006/main" noGrp="1"/>
          </p:cNvSpPr>
          <p:nvPr/>
        </p:nvSpPr>
        <p:spPr>
          <a:xfrm xmlns:a="http://schemas.openxmlformats.org/drawingml/2006/main">
            <a:off x="8723520" y="2587680"/>
            <a:ext cx="1874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200" b="1" u="none">
                <a:solidFill>
                  <a:srgbClr val="0B1020"/>
                </a:solidFill>
                <a:latin typeface="Aptos Display"/>
                <a:ea typeface="Aptos Display"/>
                <a:cs typeface="Aptos Display"/>
              </a:rPr>
              <a:t>Currentness fit</a:t>
            </a:r>
            <a:endParaRPr sz="2200" b="0" u="none">
              <a:solidFill>
                <a:srgbClr val="000000"/>
              </a:solidFill>
              <a:latin typeface="Arial"/>
              <a:ea typeface="Arial"/>
              <a:cs typeface="Arial"/>
            </a:endParaRPr>
          </a:p>
        </p:txBody>
      </p:sp>
      <p:sp>
        <p:nvSpPr>
          <p:cNvPr id="119" name="Text 19">
            <a:extLst xmlns:a="http://schemas.openxmlformats.org/drawingml/2006/main">
              <a:ext uri="{FF2B5EF4-FFF2-40B4-BE49-F238E27FC236}">
                <a16:creationId xmlns:a16="http://schemas.microsoft.com/office/drawing/2014/main" id="{C73FA78E-D11A-4AAA-80CC-757F41334329}"/>
              </a:ext>
            </a:extLst>
          </p:cNvPr>
          <p:cNvSpPr>
            <a:spLocks xmlns:a="http://schemas.openxmlformats.org/drawingml/2006/main" noGrp="1"/>
          </p:cNvSpPr>
          <p:nvPr/>
        </p:nvSpPr>
        <p:spPr>
          <a:xfrm xmlns:a="http://schemas.openxmlformats.org/drawingml/2006/main">
            <a:off x="8110800" y="3227760"/>
            <a:ext cx="245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source can support the claim's time</a:t>
            </a:r>
            <a:endParaRPr sz="1400" b="0" u="none">
              <a:solidFill>
                <a:srgbClr val="000000"/>
              </a:solidFill>
              <a:latin typeface="Arial"/>
              <a:ea typeface="Arial"/>
              <a:cs typeface="Arial"/>
            </a:endParaRPr>
          </a:p>
        </p:txBody>
      </p:sp>
      <p:sp>
        <p:nvSpPr>
          <p:cNvPr id="120" name="Shape 20">
            <a:extLst xmlns:a="http://schemas.openxmlformats.org/drawingml/2006/main">
              <a:ext uri="{FF2B5EF4-FFF2-40B4-BE49-F238E27FC236}">
                <a16:creationId xmlns:a16="http://schemas.microsoft.com/office/drawing/2014/main" id="{58CB0FC7-0AD1-4CA7-94D0-93AAAD23098C}"/>
              </a:ext>
            </a:extLst>
          </p:cNvPr>
          <p:cNvSpPr>
            <a:spLocks xmlns:a="http://schemas.openxmlformats.org/drawingml/2006/main" noGrp="1"/>
          </p:cNvSpPr>
          <p:nvPr/>
        </p:nvSpPr>
        <p:spPr>
          <a:xfrm xmlns:a="http://schemas.openxmlformats.org/drawingml/2006/main">
            <a:off x="5915880" y="4279320"/>
            <a:ext cx="360" cy="457200"/>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1" name="Shape 21">
            <a:extLst xmlns:a="http://schemas.openxmlformats.org/drawingml/2006/main">
              <a:ext uri="{FF2B5EF4-FFF2-40B4-BE49-F238E27FC236}">
                <a16:creationId xmlns:a16="http://schemas.microsoft.com/office/drawing/2014/main" id="{9FE7AD33-4C2A-4DD0-B137-AEE7EBCF1F9F}"/>
              </a:ext>
            </a:extLst>
          </p:cNvPr>
          <p:cNvSpPr>
            <a:spLocks xmlns:a="http://schemas.openxmlformats.org/drawingml/2006/main" noGrp="1"/>
          </p:cNvSpPr>
          <p:nvPr/>
        </p:nvSpPr>
        <p:spPr>
          <a:xfrm xmlns:a="http://schemas.openxmlformats.org/drawingml/2006/main">
            <a:off x="3767400" y="4791600"/>
            <a:ext cx="4315680" cy="511560"/>
          </a:xfrm>
          <a:prstGeom xmlns:a="http://schemas.openxmlformats.org/drawingml/2006/main" prst="roundRect">
            <a:avLst>
              <a:gd name="adj" fmla="val 17857"/>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2" name="Text 22">
            <a:extLst xmlns:a="http://schemas.openxmlformats.org/drawingml/2006/main">
              <a:ext uri="{FF2B5EF4-FFF2-40B4-BE49-F238E27FC236}">
                <a16:creationId xmlns:a16="http://schemas.microsoft.com/office/drawing/2014/main" id="{2613651E-14EB-4684-84E6-97F923B41D22}"/>
              </a:ext>
            </a:extLst>
          </p:cNvPr>
          <p:cNvSpPr>
            <a:spLocks xmlns:a="http://schemas.openxmlformats.org/drawingml/2006/main" noGrp="1"/>
          </p:cNvSpPr>
          <p:nvPr/>
        </p:nvSpPr>
        <p:spPr>
          <a:xfrm xmlns:a="http://schemas.openxmlformats.org/drawingml/2006/main">
            <a:off x="3968640" y="4928760"/>
            <a:ext cx="393156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algn="ctr" defTabSz="914400">
              <a:lnSpc>
                <a:spcPct val="100000"/>
              </a:lnSpc>
              <a:buNone/>
              <a:tabLst>
                <a:tab pos="0" algn="l"/>
              </a:tabLst>
            </a:pPr>
            <a:r>
              <a:rPr sz="1050" b="1" u="none" spc="60">
                <a:solidFill>
                  <a:srgbClr val="B45309"/>
                </a:solidFill>
                <a:latin typeface="Aptos"/>
                <a:ea typeface="Aptos"/>
                <a:cs typeface="Aptos"/>
              </a:rPr>
              <a:t>FAIL → RESEARCH AGAIN → UNDETERMINED → CLIENT QUESTION</a:t>
            </a:r>
            <a:endParaRPr sz="1050" b="0" u="none">
              <a:solidFill>
                <a:srgbClr val="000000"/>
              </a:solidFill>
              <a:latin typeface="Arial"/>
              <a:ea typeface="Arial"/>
              <a:cs typeface="Arial"/>
            </a:endParaRPr>
          </a:p>
        </p:txBody>
      </p:sp>
      <p:sp>
        <p:nvSpPr>
          <p:cNvPr id="123" name="Shape 23">
            <a:extLst xmlns:a="http://schemas.openxmlformats.org/drawingml/2006/main">
              <a:ext uri="{FF2B5EF4-FFF2-40B4-BE49-F238E27FC236}">
                <a16:creationId xmlns:a16="http://schemas.microsoft.com/office/drawing/2014/main" id="{4D46ED31-6FDF-4187-97D7-CBCA7061505B}"/>
              </a:ext>
            </a:extLst>
          </p:cNvPr>
          <p:cNvSpPr>
            <a:spLocks xmlns:a="http://schemas.openxmlformats.org/drawingml/2006/main" noGrp="1"/>
          </p:cNvSpPr>
          <p:nvPr/>
        </p:nvSpPr>
        <p:spPr>
          <a:xfrm xmlns:a="http://schemas.openxmlformats.org/drawingml/2006/main">
            <a:off x="7498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4" name="Text 24">
            <a:extLst xmlns:a="http://schemas.openxmlformats.org/drawingml/2006/main">
              <a:ext uri="{FF2B5EF4-FFF2-40B4-BE49-F238E27FC236}">
                <a16:creationId xmlns:a16="http://schemas.microsoft.com/office/drawing/2014/main" id="{45281EB8-D0C2-42A0-B427-733BF2A11623}"/>
              </a:ext>
            </a:extLst>
          </p:cNvPr>
          <p:cNvSpPr>
            <a:spLocks xmlns:a="http://schemas.openxmlformats.org/drawingml/2006/main" noGrp="1"/>
          </p:cNvSpPr>
          <p:nvPr/>
        </p:nvSpPr>
        <p:spPr>
          <a:xfrm xmlns:a="http://schemas.openxmlformats.org/drawingml/2006/main">
            <a:off x="9144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a:t>
            </a:r>
            <a:endParaRPr sz="2800" b="0" u="none">
              <a:solidFill>
                <a:srgbClr val="000000"/>
              </a:solidFill>
              <a:latin typeface="Arial"/>
              <a:ea typeface="Arial"/>
              <a:cs typeface="Arial"/>
            </a:endParaRPr>
          </a:p>
        </p:txBody>
      </p:sp>
      <p:sp>
        <p:nvSpPr>
          <p:cNvPr id="125" name="Text 25">
            <a:extLst xmlns:a="http://schemas.openxmlformats.org/drawingml/2006/main">
              <a:ext uri="{FF2B5EF4-FFF2-40B4-BE49-F238E27FC236}">
                <a16:creationId xmlns:a16="http://schemas.microsoft.com/office/drawing/2014/main" id="{A0EBEFAC-04F4-4203-B546-225556DA6B5C}"/>
              </a:ext>
            </a:extLst>
          </p:cNvPr>
          <p:cNvSpPr>
            <a:spLocks xmlns:a="http://schemas.openxmlformats.org/drawingml/2006/main" noGrp="1"/>
          </p:cNvSpPr>
          <p:nvPr/>
        </p:nvSpPr>
        <p:spPr>
          <a:xfrm xmlns:a="http://schemas.openxmlformats.org/drawingml/2006/main">
            <a:off x="9144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honest refusal rate</a:t>
            </a:r>
            <a:endParaRPr sz="1250" b="0" u="none">
              <a:solidFill>
                <a:srgbClr val="000000"/>
              </a:solidFill>
              <a:latin typeface="Arial"/>
              <a:ea typeface="Arial"/>
              <a:cs typeface="Arial"/>
            </a:endParaRPr>
          </a:p>
        </p:txBody>
      </p:sp>
      <p:sp>
        <p:nvSpPr>
          <p:cNvPr id="126" name="Shape 26">
            <a:extLst xmlns:a="http://schemas.openxmlformats.org/drawingml/2006/main">
              <a:ext uri="{FF2B5EF4-FFF2-40B4-BE49-F238E27FC236}">
                <a16:creationId xmlns:a16="http://schemas.microsoft.com/office/drawing/2014/main" id="{4FB659DA-2550-46F5-A7BB-5344317591CA}"/>
              </a:ext>
            </a:extLst>
          </p:cNvPr>
          <p:cNvSpPr>
            <a:spLocks xmlns:a="http://schemas.openxmlformats.org/drawingml/2006/main" noGrp="1"/>
          </p:cNvSpPr>
          <p:nvPr/>
        </p:nvSpPr>
        <p:spPr>
          <a:xfrm xmlns:a="http://schemas.openxmlformats.org/drawingml/2006/main">
            <a:off x="44074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7" name="Text 27">
            <a:extLst xmlns:a="http://schemas.openxmlformats.org/drawingml/2006/main">
              <a:ext uri="{FF2B5EF4-FFF2-40B4-BE49-F238E27FC236}">
                <a16:creationId xmlns:a16="http://schemas.microsoft.com/office/drawing/2014/main" id="{EAA78822-ED23-4034-AB5D-4EC783E211C6}"/>
              </a:ext>
            </a:extLst>
          </p:cNvPr>
          <p:cNvSpPr>
            <a:spLocks xmlns:a="http://schemas.openxmlformats.org/drawingml/2006/main" noGrp="1"/>
          </p:cNvSpPr>
          <p:nvPr/>
        </p:nvSpPr>
        <p:spPr>
          <a:xfrm xmlns:a="http://schemas.openxmlformats.org/drawingml/2006/main">
            <a:off x="45720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28" name="Text 28">
            <a:extLst xmlns:a="http://schemas.openxmlformats.org/drawingml/2006/main">
              <a:ext uri="{FF2B5EF4-FFF2-40B4-BE49-F238E27FC236}">
                <a16:creationId xmlns:a16="http://schemas.microsoft.com/office/drawing/2014/main" id="{6952121B-3E4D-4D73-8347-B5901FED1A57}"/>
              </a:ext>
            </a:extLst>
          </p:cNvPr>
          <p:cNvSpPr>
            <a:spLocks xmlns:a="http://schemas.openxmlformats.org/drawingml/2006/main" noGrp="1"/>
          </p:cNvSpPr>
          <p:nvPr/>
        </p:nvSpPr>
        <p:spPr>
          <a:xfrm xmlns:a="http://schemas.openxmlformats.org/drawingml/2006/main">
            <a:off x="45720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thin-company false positives</a:t>
            </a:r>
            <a:endParaRPr sz="1250" b="0" u="none">
              <a:solidFill>
                <a:srgbClr val="000000"/>
              </a:solidFill>
              <a:latin typeface="Arial"/>
              <a:ea typeface="Arial"/>
              <a:cs typeface="Arial"/>
            </a:endParaRPr>
          </a:p>
        </p:txBody>
      </p:sp>
      <p:sp>
        <p:nvSpPr>
          <p:cNvPr id="129" name="Shape 29">
            <a:extLst xmlns:a="http://schemas.openxmlformats.org/drawingml/2006/main">
              <a:ext uri="{FF2B5EF4-FFF2-40B4-BE49-F238E27FC236}">
                <a16:creationId xmlns:a16="http://schemas.microsoft.com/office/drawing/2014/main" id="{75DE2D76-2C78-44EB-80E8-BABBA7C8204D}"/>
              </a:ext>
            </a:extLst>
          </p:cNvPr>
          <p:cNvSpPr>
            <a:spLocks xmlns:a="http://schemas.openxmlformats.org/drawingml/2006/main" noGrp="1"/>
          </p:cNvSpPr>
          <p:nvPr/>
        </p:nvSpPr>
        <p:spPr>
          <a:xfrm xmlns:a="http://schemas.openxmlformats.org/drawingml/2006/main">
            <a:off x="80650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0" name="Text 30">
            <a:extLst xmlns:a="http://schemas.openxmlformats.org/drawingml/2006/main">
              <a:ext uri="{FF2B5EF4-FFF2-40B4-BE49-F238E27FC236}">
                <a16:creationId xmlns:a16="http://schemas.microsoft.com/office/drawing/2014/main" id="{99D7EB6C-D962-4AD8-8A3E-68305698A2E0}"/>
              </a:ext>
            </a:extLst>
          </p:cNvPr>
          <p:cNvSpPr>
            <a:spLocks xmlns:a="http://schemas.openxmlformats.org/drawingml/2006/main" noGrp="1"/>
          </p:cNvSpPr>
          <p:nvPr/>
        </p:nvSpPr>
        <p:spPr>
          <a:xfrm xmlns:a="http://schemas.openxmlformats.org/drawingml/2006/main">
            <a:off x="82296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31" name="Text 31">
            <a:extLst xmlns:a="http://schemas.openxmlformats.org/drawingml/2006/main">
              <a:ext uri="{FF2B5EF4-FFF2-40B4-BE49-F238E27FC236}">
                <a16:creationId xmlns:a16="http://schemas.microsoft.com/office/drawing/2014/main" id="{C6AD46EC-1C3D-4FE8-8B5D-0B0293FD290C}"/>
              </a:ext>
            </a:extLst>
          </p:cNvPr>
          <p:cNvSpPr>
            <a:spLocks xmlns:a="http://schemas.openxmlformats.org/drawingml/2006/main" noGrp="1"/>
          </p:cNvSpPr>
          <p:nvPr/>
        </p:nvSpPr>
        <p:spPr>
          <a:xfrm xmlns:a="http://schemas.openxmlformats.org/drawingml/2006/main">
            <a:off x="82296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provenance violations</a:t>
            </a:r>
            <a:endParaRPr sz="1250" b="0" u="none">
              <a:solidFill>
                <a:srgbClr val="000000"/>
              </a:solidFill>
              <a:latin typeface="Arial"/>
              <a:ea typeface="Arial"/>
              <a:cs typeface="Arial"/>
            </a:endParaRPr>
          </a:p>
        </p:txBody>
      </p:sp>
      <p:sp>
        <p:nvSpPr>
          <p:cNvPr id="132" name="Text 32">
            <a:extLst xmlns:a="http://schemas.openxmlformats.org/drawingml/2006/main">
              <a:ext uri="{FF2B5EF4-FFF2-40B4-BE49-F238E27FC236}">
                <a16:creationId xmlns:a16="http://schemas.microsoft.com/office/drawing/2014/main" id="{71B15D19-2306-4CAB-B2A1-D702958CD600}"/>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TRUST BOUNDARY</a:t>
            </a:r>
            <a:endParaRPr sz="900" b="0" u="none">
              <a:solidFill>
                <a:srgbClr val="000000"/>
              </a:solidFill>
              <a:latin typeface="Arial"/>
              <a:ea typeface="Arial"/>
              <a:cs typeface="Arial"/>
            </a:endParaRPr>
          </a:p>
        </p:txBody>
      </p:sp>
      <p:sp>
        <p:nvSpPr>
          <p:cNvPr id="133" name="PlaceHolder 1">
            <a:extLst xmlns:a="http://schemas.openxmlformats.org/drawingml/2006/main">
              <a:ext uri="{FF2B5EF4-FFF2-40B4-BE49-F238E27FC236}">
                <a16:creationId xmlns:a16="http://schemas.microsoft.com/office/drawing/2014/main" id="{12786B44-9AE0-418C-AB11-6B72356FA8EA}"/>
              </a:ext>
            </a:extLst>
          </p:cNvPr>
          <p:cNvSpPr>
            <a:spLocks xmlns:a="http://schemas.openxmlformats.org/drawingml/2006/main" noGrp="1"/>
          </p:cNvSpPr>
          <p:nvPr>
            <p:ph type="sldNum" idx="9"/>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E5B3003-2C54-13C6-9832-7637201064DE}" type="slidenum">
              <a:rPr sz="900" b="0" u="none">
                <a:solidFill>
                  <a:srgbClr val="94A3B8"/>
                </a:solidFill>
                <a:latin typeface="Aptos"/>
                <a:ea typeface="Aptos"/>
                <a:cs typeface="Aptos"/>
              </a:rPr>
              <a:t>5</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38019593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4" name="Text 0">
            <a:extLst xmlns:a="http://schemas.openxmlformats.org/drawingml/2006/main">
              <a:ext uri="{FF2B5EF4-FFF2-40B4-BE49-F238E27FC236}">
                <a16:creationId xmlns:a16="http://schemas.microsoft.com/office/drawing/2014/main" id="{88C77FD8-00A2-4BF0-8626-D77BBC9D806B}"/>
              </a:ext>
            </a:extLst>
          </p:cNvPr>
          <p:cNvSpPr>
            <a:spLocks xmlns:a="http://schemas.openxmlformats.org/drawingml/2006/main" noGrp="1"/>
          </p:cNvSpPr>
          <p:nvPr/>
        </p:nvSpPr>
        <p:spPr>
          <a:xfrm xmlns:a="http://schemas.openxmlformats.org/drawingml/2006/main">
            <a:off x="857250"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ARCHITECTURE</a:t>
            </a:r>
            <a:endParaRPr sz="1100" b="0" u="none">
              <a:solidFill>
                <a:srgbClr val="000000"/>
              </a:solidFill>
              <a:latin typeface="Arial"/>
              <a:ea typeface="Arial"/>
              <a:cs typeface="Arial"/>
            </a:endParaRPr>
          </a:p>
        </p:txBody>
      </p:sp>
      <p:sp>
        <p:nvSpPr>
          <p:cNvPr id="135" name="Text 1">
            <a:extLst xmlns:a="http://schemas.openxmlformats.org/drawingml/2006/main">
              <a:ext uri="{FF2B5EF4-FFF2-40B4-BE49-F238E27FC236}">
                <a16:creationId xmlns:a16="http://schemas.microsoft.com/office/drawing/2014/main" id="{9BB9B35C-3399-44BB-B6A2-D854072F0857}"/>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LangGraph makes the evidence gate operational</a:t>
            </a:r>
            <a:endParaRPr sz="4000" b="0" u="none">
              <a:solidFill>
                <a:srgbClr val="000000"/>
              </a:solidFill>
              <a:latin typeface="Arial"/>
              <a:ea typeface="Arial"/>
              <a:cs typeface="Arial"/>
            </a:endParaRPr>
          </a:p>
        </p:txBody>
      </p:sp>
      <p:sp>
        <p:nvSpPr>
          <p:cNvPr id="136" name="Shape 2">
            <a:extLst xmlns:a="http://schemas.openxmlformats.org/drawingml/2006/main">
              <a:ext uri="{FF2B5EF4-FFF2-40B4-BE49-F238E27FC236}">
                <a16:creationId xmlns:a16="http://schemas.microsoft.com/office/drawing/2014/main" id="{754E6CBB-1BCE-4D4B-AC70-4B2BEFE90855}"/>
              </a:ext>
            </a:extLst>
          </p:cNvPr>
          <p:cNvSpPr>
            <a:spLocks xmlns:a="http://schemas.openxmlformats.org/drawingml/2006/main" noGrp="1"/>
          </p:cNvSpPr>
          <p:nvPr/>
        </p:nvSpPr>
        <p:spPr>
          <a:xfrm xmlns:a="http://schemas.openxmlformats.org/drawingml/2006/main">
            <a:off x="2578320" y="2816280"/>
            <a:ext cx="749880" cy="36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7" name="Shape 3">
            <a:extLst xmlns:a="http://schemas.openxmlformats.org/drawingml/2006/main">
              <a:ext uri="{FF2B5EF4-FFF2-40B4-BE49-F238E27FC236}">
                <a16:creationId xmlns:a16="http://schemas.microsoft.com/office/drawing/2014/main" id="{E052E134-CE43-4D80-BF13-70ECF4BAD05F}"/>
              </a:ext>
            </a:extLst>
          </p:cNvPr>
          <p:cNvSpPr>
            <a:spLocks xmlns:a="http://schemas.openxmlformats.org/drawingml/2006/main" noGrp="1"/>
          </p:cNvSpPr>
          <p:nvPr/>
        </p:nvSpPr>
        <p:spPr>
          <a:xfrm xmlns:a="http://schemas.openxmlformats.org/drawingml/2006/main">
            <a:off x="5577840" y="2816280"/>
            <a:ext cx="804600" cy="36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8" name="Shape 4">
            <a:extLst xmlns:a="http://schemas.openxmlformats.org/drawingml/2006/main">
              <a:ext uri="{FF2B5EF4-FFF2-40B4-BE49-F238E27FC236}">
                <a16:creationId xmlns:a16="http://schemas.microsoft.com/office/drawing/2014/main" id="{A25E0C70-2ECF-41E8-855A-B3E5175FF349}"/>
              </a:ext>
            </a:extLst>
          </p:cNvPr>
          <p:cNvSpPr>
            <a:spLocks xmlns:a="http://schemas.openxmlformats.org/drawingml/2006/main" noGrp="1"/>
          </p:cNvSpPr>
          <p:nvPr/>
        </p:nvSpPr>
        <p:spPr>
          <a:xfrm xmlns:a="http://schemas.openxmlformats.org/drawingml/2006/main">
            <a:off x="8723160" y="2816280"/>
            <a:ext cx="786600" cy="360"/>
          </a:xfrm>
          <a:prstGeom xmlns:a="http://schemas.openxmlformats.org/drawingml/2006/main" prst="line">
            <a:avLst/>
          </a:prstGeom>
          <a:ln xmlns:a="http://schemas.openxmlformats.org/drawingml/2006/main" w="29210">
            <a:solidFill>
              <a:srgbClr val="0F766E"/>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9" name="Shape 5">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flipH="1">
            <a:off x="4187880" y="3675600"/>
            <a:ext cx="3383280" cy="951120"/>
          </a:xfrm>
          <a:prstGeom xmlns:a="http://schemas.openxmlformats.org/drawingml/2006/main" prst="line">
            <a:avLst/>
          </a:prstGeom>
          <a:ln xmlns:a="http://schemas.openxmlformats.org/drawingml/2006/main" w="22860">
            <a:solidFill>
              <a:srgbClr val="2563EB"/>
            </a:solidFill>
            <a:prstDash val="dash"/>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0" name="Shape 6">
            <a:extLst xmlns:a="http://schemas.openxmlformats.org/drawingml/2006/main">
              <a:ext uri="{FF2B5EF4-FFF2-40B4-BE49-F238E27FC236}">
                <a16:creationId xmlns:a16="http://schemas.microsoft.com/office/drawing/2014/main" id="{8C869394-F02E-4A36-A9FA-AE6A3B4BF377}"/>
              </a:ext>
            </a:extLst>
          </p:cNvPr>
          <p:cNvSpPr>
            <a:spLocks xmlns:a="http://schemas.openxmlformats.org/drawingml/2006/main" noGrp="1"/>
          </p:cNvSpPr>
          <p:nvPr/>
        </p:nvSpPr>
        <p:spPr>
          <a:xfrm xmlns:a="http://schemas.openxmlformats.org/drawingml/2006/main">
            <a:off x="7571160" y="3675600"/>
            <a:ext cx="360" cy="969480"/>
          </a:xfrm>
          <a:prstGeom xmlns:a="http://schemas.openxmlformats.org/drawingml/2006/main" prst="line">
            <a:avLst/>
          </a:prstGeom>
          <a:ln xmlns:a="http://schemas.openxmlformats.org/drawingml/2006/main" w="2286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1" name="Shape 7">
            <a:extLst xmlns:a="http://schemas.openxmlformats.org/drawingml/2006/main">
              <a:ext uri="{FF2B5EF4-FFF2-40B4-BE49-F238E27FC236}">
                <a16:creationId xmlns:a16="http://schemas.microsoft.com/office/drawing/2014/main" id="{B85DAE03-BD70-47B6-B929-FC80CC7AD67F}"/>
              </a:ext>
            </a:extLst>
          </p:cNvPr>
          <p:cNvSpPr>
            <a:spLocks xmlns:a="http://schemas.openxmlformats.org/drawingml/2006/main" noGrp="1"/>
          </p:cNvSpPr>
          <p:nvPr/>
        </p:nvSpPr>
        <p:spPr>
          <a:xfrm xmlns:a="http://schemas.openxmlformats.org/drawingml/2006/main">
            <a:off x="749880" y="2212920"/>
            <a:ext cx="1828440" cy="1206720"/>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2" name="Text 8">
            <a:extLst xmlns:a="http://schemas.openxmlformats.org/drawingml/2006/main">
              <a:ext uri="{FF2B5EF4-FFF2-40B4-BE49-F238E27FC236}">
                <a16:creationId xmlns:a16="http://schemas.microsoft.com/office/drawing/2014/main" id="{E49EAA9B-01C2-4C54-86E5-08A7C9465C40}"/>
              </a:ext>
            </a:extLst>
          </p:cNvPr>
          <p:cNvSpPr>
            <a:spLocks xmlns:a="http://schemas.openxmlformats.org/drawingml/2006/main" noGrp="1"/>
          </p:cNvSpPr>
          <p:nvPr/>
        </p:nvSpPr>
        <p:spPr>
          <a:xfrm xmlns:a="http://schemas.openxmlformats.org/drawingml/2006/main">
            <a:off x="914400" y="2414160"/>
            <a:ext cx="149940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RESEARCH</a:t>
            </a:r>
            <a:endParaRPr sz="1100" b="0" u="none">
              <a:solidFill>
                <a:srgbClr val="000000"/>
              </a:solidFill>
              <a:latin typeface="Arial"/>
              <a:ea typeface="Arial"/>
              <a:cs typeface="Arial"/>
            </a:endParaRPr>
          </a:p>
        </p:txBody>
      </p:sp>
      <p:sp>
        <p:nvSpPr>
          <p:cNvPr id="143" name="Text 9">
            <a:extLst xmlns:a="http://schemas.openxmlformats.org/drawingml/2006/main">
              <a:ext uri="{FF2B5EF4-FFF2-40B4-BE49-F238E27FC236}">
                <a16:creationId xmlns:a16="http://schemas.microsoft.com/office/drawing/2014/main" id="{38BAC738-8E9B-46C5-98DF-463E7D2B7505}"/>
              </a:ext>
            </a:extLst>
          </p:cNvPr>
          <p:cNvSpPr>
            <a:spLocks xmlns:a="http://schemas.openxmlformats.org/drawingml/2006/main" noGrp="1"/>
          </p:cNvSpPr>
          <p:nvPr/>
        </p:nvSpPr>
        <p:spPr>
          <a:xfrm xmlns:a="http://schemas.openxmlformats.org/drawingml/2006/main">
            <a:off x="914400" y="2779920"/>
            <a:ext cx="1499400" cy="520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algn="ctr" defTabSz="914400">
              <a:lnSpc>
                <a:spcPct val="100000"/>
              </a:lnSpc>
              <a:buNone/>
              <a:tabLst>
                <a:tab pos="0" algn="l"/>
              </a:tabLst>
            </a:pPr>
            <a:r>
              <a:rPr sz="1900" b="1" u="none">
                <a:solidFill>
                  <a:srgbClr val="0B1020"/>
                </a:solidFill>
                <a:latin typeface="Aptos Display"/>
                <a:ea typeface="Aptos Display"/>
                <a:cs typeface="Aptos Display"/>
              </a:rPr>
              <a:t>Search + retrieve</a:t>
            </a:r>
            <a:endParaRPr sz="1900" b="0" u="none">
              <a:solidFill>
                <a:srgbClr val="000000"/>
              </a:solidFill>
              <a:latin typeface="Arial"/>
              <a:ea typeface="Arial"/>
              <a:cs typeface="Arial"/>
            </a:endParaRPr>
          </a:p>
        </p:txBody>
      </p:sp>
      <p:sp>
        <p:nvSpPr>
          <p:cNvPr id="144" name="Shape 10">
            <a:extLst xmlns:a="http://schemas.openxmlformats.org/drawingml/2006/main">
              <a:ext uri="{FF2B5EF4-FFF2-40B4-BE49-F238E27FC236}">
                <a16:creationId xmlns:a16="http://schemas.microsoft.com/office/drawing/2014/main" id="{CCC3A136-D28B-4688-92A1-B08C4DCBEDD5}"/>
              </a:ext>
            </a:extLst>
          </p:cNvPr>
          <p:cNvSpPr>
            <a:spLocks xmlns:a="http://schemas.openxmlformats.org/drawingml/2006/main" noGrp="1"/>
          </p:cNvSpPr>
          <p:nvPr/>
        </p:nvSpPr>
        <p:spPr>
          <a:xfrm xmlns:a="http://schemas.openxmlformats.org/drawingml/2006/main">
            <a:off x="3337560" y="2212920"/>
            <a:ext cx="2248920" cy="1206720"/>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5" name="Text 11">
            <a:extLst xmlns:a="http://schemas.openxmlformats.org/drawingml/2006/main">
              <a:ext uri="{FF2B5EF4-FFF2-40B4-BE49-F238E27FC236}">
                <a16:creationId xmlns:a16="http://schemas.microsoft.com/office/drawing/2014/main" id="{181DA080-24F2-48EE-8EF0-84FD9F3FB9AA}"/>
              </a:ext>
            </a:extLst>
          </p:cNvPr>
          <p:cNvSpPr>
            <a:spLocks xmlns:a="http://schemas.openxmlformats.org/drawingml/2006/main" noGrp="1"/>
          </p:cNvSpPr>
          <p:nvPr/>
        </p:nvSpPr>
        <p:spPr>
          <a:xfrm xmlns:a="http://schemas.openxmlformats.org/drawingml/2006/main">
            <a:off x="3502080" y="2414160"/>
            <a:ext cx="191988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EXTRACT</a:t>
            </a:r>
            <a:endParaRPr sz="1100" b="0" u="none">
              <a:solidFill>
                <a:srgbClr val="000000"/>
              </a:solidFill>
              <a:latin typeface="Arial"/>
              <a:ea typeface="Arial"/>
              <a:cs typeface="Arial"/>
            </a:endParaRPr>
          </a:p>
        </p:txBody>
      </p:sp>
      <p:sp>
        <p:nvSpPr>
          <p:cNvPr id="146" name="Text 12">
            <a:extLst xmlns:a="http://schemas.openxmlformats.org/drawingml/2006/main">
              <a:ext uri="{FF2B5EF4-FFF2-40B4-BE49-F238E27FC236}">
                <a16:creationId xmlns:a16="http://schemas.microsoft.com/office/drawing/2014/main" id="{3040942F-34DE-4EA6-B94B-ABA8ED52A405}"/>
              </a:ext>
            </a:extLst>
          </p:cNvPr>
          <p:cNvSpPr>
            <a:spLocks xmlns:a="http://schemas.openxmlformats.org/drawingml/2006/main" noGrp="1"/>
          </p:cNvSpPr>
          <p:nvPr/>
        </p:nvSpPr>
        <p:spPr>
          <a:xfrm xmlns:a="http://schemas.openxmlformats.org/drawingml/2006/main">
            <a:off x="3502080" y="2779920"/>
            <a:ext cx="1919880" cy="520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algn="ctr" defTabSz="914400">
              <a:lnSpc>
                <a:spcPct val="100000"/>
              </a:lnSpc>
              <a:buNone/>
              <a:tabLst>
                <a:tab pos="0" algn="l"/>
              </a:tabLst>
            </a:pPr>
            <a:r>
              <a:rPr sz="1900" b="1" u="none">
                <a:solidFill>
                  <a:srgbClr val="0B1020"/>
                </a:solidFill>
                <a:latin typeface="Aptos Display"/>
                <a:ea typeface="Aptos Display"/>
                <a:cs typeface="Aptos Display"/>
              </a:rPr>
              <a:t>Candidate facts</a:t>
            </a:r>
            <a:endParaRPr sz="1900" b="0" u="none">
              <a:solidFill>
                <a:srgbClr val="000000"/>
              </a:solidFill>
              <a:latin typeface="Arial"/>
              <a:ea typeface="Arial"/>
              <a:cs typeface="Arial"/>
            </a:endParaRPr>
          </a:p>
        </p:txBody>
      </p:sp>
      <p:sp>
        <p:nvSpPr>
          <p:cNvPr id="147" name="Shape 13">
            <a:extLst xmlns:a="http://schemas.openxmlformats.org/drawingml/2006/main">
              <a:ext uri="{FF2B5EF4-FFF2-40B4-BE49-F238E27FC236}">
                <a16:creationId xmlns:a16="http://schemas.microsoft.com/office/drawing/2014/main" id="{8CC321B9-D944-43CC-A423-6F1237A1E00D}"/>
              </a:ext>
            </a:extLst>
          </p:cNvPr>
          <p:cNvSpPr>
            <a:spLocks xmlns:a="http://schemas.openxmlformats.org/drawingml/2006/main" noGrp="1"/>
          </p:cNvSpPr>
          <p:nvPr/>
        </p:nvSpPr>
        <p:spPr>
          <a:xfrm xmlns:a="http://schemas.openxmlformats.org/drawingml/2006/main">
            <a:off x="6382440" y="2011680"/>
            <a:ext cx="2358720" cy="1590840"/>
          </a:xfrm>
          <a:prstGeom xmlns:a="http://schemas.openxmlformats.org/drawingml/2006/main" prst="roundRect">
            <a:avLst>
              <a:gd name="adj" fmla="val 804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48" name="Text 14">
            <a:extLst xmlns:a="http://schemas.openxmlformats.org/drawingml/2006/main">
              <a:ext uri="{FF2B5EF4-FFF2-40B4-BE49-F238E27FC236}">
                <a16:creationId xmlns:a16="http://schemas.microsoft.com/office/drawing/2014/main" id="{8526F5D3-1268-4032-A80E-0257A00BAE85}"/>
              </a:ext>
            </a:extLst>
          </p:cNvPr>
          <p:cNvSpPr>
            <a:spLocks xmlns:a="http://schemas.openxmlformats.org/drawingml/2006/main" noGrp="1"/>
          </p:cNvSpPr>
          <p:nvPr/>
        </p:nvSpPr>
        <p:spPr>
          <a:xfrm xmlns:a="http://schemas.openxmlformats.org/drawingml/2006/main">
            <a:off x="6546960" y="2212920"/>
            <a:ext cx="202968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FFFFFF"/>
                </a:solidFill>
                <a:latin typeface="Aptos"/>
                <a:ea typeface="Aptos"/>
                <a:cs typeface="Aptos"/>
              </a:rPr>
              <a:t>EVIDENCE GATE</a:t>
            </a:r>
            <a:endParaRPr sz="1100" b="0" u="none">
              <a:solidFill>
                <a:srgbClr val="000000"/>
              </a:solidFill>
              <a:latin typeface="Arial"/>
              <a:ea typeface="Arial"/>
              <a:cs typeface="Arial"/>
            </a:endParaRPr>
          </a:p>
        </p:txBody>
      </p:sp>
      <p:sp>
        <p:nvSpPr>
          <p:cNvPr id="149" name="Text 15">
            <a:extLst xmlns:a="http://schemas.openxmlformats.org/drawingml/2006/main">
              <a:ext uri="{FF2B5EF4-FFF2-40B4-BE49-F238E27FC236}">
                <a16:creationId xmlns:a16="http://schemas.microsoft.com/office/drawing/2014/main" id="{95691DC1-CDEB-4E3D-9FCA-EE75F3A581C0}"/>
              </a:ext>
            </a:extLst>
          </p:cNvPr>
          <p:cNvSpPr>
            <a:spLocks xmlns:a="http://schemas.openxmlformats.org/drawingml/2006/main" noGrp="1"/>
          </p:cNvSpPr>
          <p:nvPr/>
        </p:nvSpPr>
        <p:spPr>
          <a:xfrm xmlns:a="http://schemas.openxmlformats.org/drawingml/2006/main">
            <a:off x="6546960" y="2578680"/>
            <a:ext cx="2029680" cy="905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algn="ctr" defTabSz="914400">
              <a:lnSpc>
                <a:spcPct val="100000"/>
              </a:lnSpc>
              <a:buNone/>
              <a:tabLst>
                <a:tab pos="0" algn="l"/>
              </a:tabLst>
            </a:pPr>
            <a:r>
              <a:rPr sz="1900" b="1" u="none">
                <a:solidFill>
                  <a:srgbClr val="FFFFFF"/>
                </a:solidFill>
                <a:latin typeface="Aptos Display"/>
                <a:ea typeface="Aptos Display"/>
                <a:cs typeface="Aptos Display"/>
              </a:rPr>
              <a:t>quoted support</a:t>
            </a:r>
            <a:endParaRPr sz="19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pPr>
            <a:r>
              <a:rPr sz="1900" b="1" u="none">
                <a:solidFill>
                  <a:srgbClr val="FFFFFF"/>
                </a:solidFill>
                <a:latin typeface="Aptos Display"/>
                <a:ea typeface="Aptos Display"/>
                <a:cs typeface="Aptos Display"/>
              </a:rPr>
              <a:t>+ source fit</a:t>
            </a:r>
            <a:endParaRPr sz="1900" b="0" u="none">
              <a:solidFill>
                <a:srgbClr val="000000"/>
              </a:solidFill>
              <a:latin typeface="Arial"/>
              <a:ea typeface="Arial"/>
              <a:cs typeface="Arial"/>
            </a:endParaRPr>
          </a:p>
        </p:txBody>
      </p:sp>
      <p:sp>
        <p:nvSpPr>
          <p:cNvPr id="150" name="Shape 16">
            <a:extLst xmlns:a="http://schemas.openxmlformats.org/drawingml/2006/main">
              <a:ext uri="{FF2B5EF4-FFF2-40B4-BE49-F238E27FC236}">
                <a16:creationId xmlns:a16="http://schemas.microsoft.com/office/drawing/2014/main" id="{D50B9FE9-4DFD-4F9D-90B0-3583DCEF3A8C}"/>
              </a:ext>
            </a:extLst>
          </p:cNvPr>
          <p:cNvSpPr>
            <a:spLocks xmlns:a="http://schemas.openxmlformats.org/drawingml/2006/main" noGrp="1"/>
          </p:cNvSpPr>
          <p:nvPr/>
        </p:nvSpPr>
        <p:spPr>
          <a:xfrm xmlns:a="http://schemas.openxmlformats.org/drawingml/2006/main">
            <a:off x="9528120" y="2212920"/>
            <a:ext cx="1828440" cy="1206720"/>
          </a:xfrm>
          <a:prstGeom xmlns:a="http://schemas.openxmlformats.org/drawingml/2006/main" prst="roundRect">
            <a:avLst>
              <a:gd name="adj" fmla="val 10606"/>
            </a:avLst>
          </a:prstGeom>
          <a:solidFill xmlns:a="http://schemas.openxmlformats.org/drawingml/2006/main">
            <a:srgbClr val="E7F7F4"/>
          </a:solidFill>
          <a:ln xmlns:a="http://schemas.openxmlformats.org/drawingml/2006/main" w="12700">
            <a:solidFill>
              <a:srgbClr val="E7F7F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1" name="Text 17">
            <a:extLst xmlns:a="http://schemas.openxmlformats.org/drawingml/2006/main">
              <a:ext uri="{FF2B5EF4-FFF2-40B4-BE49-F238E27FC236}">
                <a16:creationId xmlns:a16="http://schemas.microsoft.com/office/drawing/2014/main" id="{1552D616-80EF-4E4D-B833-014B91D5DBD5}"/>
              </a:ext>
            </a:extLst>
          </p:cNvPr>
          <p:cNvSpPr>
            <a:spLocks xmlns:a="http://schemas.openxmlformats.org/drawingml/2006/main" noGrp="1"/>
          </p:cNvSpPr>
          <p:nvPr/>
        </p:nvSpPr>
        <p:spPr>
          <a:xfrm xmlns:a="http://schemas.openxmlformats.org/drawingml/2006/main">
            <a:off x="9692640" y="2414160"/>
            <a:ext cx="149940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F766E"/>
                </a:solidFill>
                <a:latin typeface="Aptos"/>
                <a:ea typeface="Aptos"/>
                <a:cs typeface="Aptos"/>
              </a:rPr>
              <a:t>REPORT</a:t>
            </a:r>
            <a:endParaRPr sz="1100" b="0" u="none">
              <a:solidFill>
                <a:srgbClr val="000000"/>
              </a:solidFill>
              <a:latin typeface="Arial"/>
              <a:ea typeface="Arial"/>
              <a:cs typeface="Arial"/>
            </a:endParaRPr>
          </a:p>
        </p:txBody>
      </p:sp>
      <p:sp>
        <p:nvSpPr>
          <p:cNvPr id="152" name="Text 18">
            <a:extLst xmlns:a="http://schemas.openxmlformats.org/drawingml/2006/main">
              <a:ext uri="{FF2B5EF4-FFF2-40B4-BE49-F238E27FC236}">
                <a16:creationId xmlns:a16="http://schemas.microsoft.com/office/drawing/2014/main" id="{D859982C-46A0-48F7-B8CE-234787CFCFDD}"/>
              </a:ext>
            </a:extLst>
          </p:cNvPr>
          <p:cNvSpPr>
            <a:spLocks xmlns:a="http://schemas.openxmlformats.org/drawingml/2006/main" noGrp="1"/>
          </p:cNvSpPr>
          <p:nvPr/>
        </p:nvSpPr>
        <p:spPr>
          <a:xfrm xmlns:a="http://schemas.openxmlformats.org/drawingml/2006/main">
            <a:off x="9692640" y="2779920"/>
            <a:ext cx="1499400" cy="520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algn="ctr" defTabSz="914400">
              <a:lnSpc>
                <a:spcPct val="100000"/>
              </a:lnSpc>
              <a:buNone/>
              <a:tabLst>
                <a:tab pos="0" algn="l"/>
              </a:tabLst>
            </a:pPr>
            <a:r>
              <a:rPr sz="1900" b="1" u="none">
                <a:solidFill>
                  <a:srgbClr val="0F766E"/>
                </a:solidFill>
                <a:latin typeface="Aptos Display"/>
                <a:ea typeface="Aptos Display"/>
                <a:cs typeface="Aptos Display"/>
              </a:rPr>
              <a:t>Facts + questions</a:t>
            </a:r>
            <a:endParaRPr sz="1900" b="0" u="none">
              <a:solidFill>
                <a:srgbClr val="000000"/>
              </a:solidFill>
              <a:latin typeface="Arial"/>
              <a:ea typeface="Arial"/>
              <a:cs typeface="Arial"/>
            </a:endParaRPr>
          </a:p>
        </p:txBody>
      </p:sp>
      <p:sp>
        <p:nvSpPr>
          <p:cNvPr id="153" name="Text 19">
            <a:extLst xmlns:a="http://schemas.openxmlformats.org/drawingml/2006/main">
              <a:ext uri="{FF2B5EF4-FFF2-40B4-BE49-F238E27FC236}">
                <a16:creationId xmlns:a16="http://schemas.microsoft.com/office/drawing/2014/main" id="{FE825CC1-6EE7-4F00-AAB3-75ACBACC59F1}"/>
              </a:ext>
            </a:extLst>
          </p:cNvPr>
          <p:cNvSpPr>
            <a:spLocks xmlns:a="http://schemas.openxmlformats.org/drawingml/2006/main" noGrp="1"/>
          </p:cNvSpPr>
          <p:nvPr/>
        </p:nvSpPr>
        <p:spPr>
          <a:xfrm xmlns:a="http://schemas.openxmlformats.org/drawingml/2006/main">
            <a:off x="4846320" y="4325040"/>
            <a:ext cx="7495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00" b="1" u="none" spc="99">
                <a:solidFill>
                  <a:srgbClr val="2563EB"/>
                </a:solidFill>
                <a:latin typeface="Aptos"/>
                <a:ea typeface="Aptos"/>
                <a:cs typeface="Aptos"/>
              </a:rPr>
              <a:t>RETRY</a:t>
            </a:r>
            <a:endParaRPr sz="1000" b="0" u="none">
              <a:solidFill>
                <a:srgbClr val="000000"/>
              </a:solidFill>
              <a:latin typeface="Arial"/>
              <a:ea typeface="Arial"/>
              <a:cs typeface="Arial"/>
            </a:endParaRPr>
          </a:p>
        </p:txBody>
      </p:sp>
      <p:sp>
        <p:nvSpPr>
          <p:cNvPr id="154" name="Shape 20">
            <a:extLst xmlns:a="http://schemas.openxmlformats.org/drawingml/2006/main">
              <a:ext uri="{FF2B5EF4-FFF2-40B4-BE49-F238E27FC236}">
                <a16:creationId xmlns:a16="http://schemas.microsoft.com/office/drawing/2014/main" id="{EC944899-C6E2-44E6-A5AA-F5D6FB1787CB}"/>
              </a:ext>
            </a:extLst>
          </p:cNvPr>
          <p:cNvSpPr>
            <a:spLocks xmlns:a="http://schemas.openxmlformats.org/drawingml/2006/main" noGrp="1"/>
          </p:cNvSpPr>
          <p:nvPr/>
        </p:nvSpPr>
        <p:spPr>
          <a:xfrm xmlns:a="http://schemas.openxmlformats.org/drawingml/2006/main">
            <a:off x="6382440" y="4736520"/>
            <a:ext cx="2358720" cy="529920"/>
          </a:xfrm>
          <a:prstGeom xmlns:a="http://schemas.openxmlformats.org/drawingml/2006/main" prst="roundRect">
            <a:avLst>
              <a:gd name="adj" fmla="val 1724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5" name="Text 21">
            <a:extLst xmlns:a="http://schemas.openxmlformats.org/drawingml/2006/main">
              <a:ext uri="{FF2B5EF4-FFF2-40B4-BE49-F238E27FC236}">
                <a16:creationId xmlns:a16="http://schemas.microsoft.com/office/drawing/2014/main" id="{FBAEC982-E50D-4D6F-BF8A-2C7AB2245809}"/>
              </a:ext>
            </a:extLst>
          </p:cNvPr>
          <p:cNvSpPr>
            <a:spLocks xmlns:a="http://schemas.openxmlformats.org/drawingml/2006/main" noGrp="1"/>
          </p:cNvSpPr>
          <p:nvPr/>
        </p:nvSpPr>
        <p:spPr>
          <a:xfrm xmlns:a="http://schemas.openxmlformats.org/drawingml/2006/main">
            <a:off x="6546960" y="4883040"/>
            <a:ext cx="20296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050" b="1" u="none">
                <a:solidFill>
                  <a:srgbClr val="B45309"/>
                </a:solidFill>
                <a:latin typeface="Aptos"/>
                <a:ea typeface="Aptos"/>
                <a:cs typeface="Aptos"/>
              </a:rPr>
              <a:t>EXHAUSTED → UNDETERMINED</a:t>
            </a:r>
            <a:endParaRPr sz="1050" b="0" u="none">
              <a:solidFill>
                <a:srgbClr val="000000"/>
              </a:solidFill>
              <a:latin typeface="Arial"/>
              <a:ea typeface="Arial"/>
              <a:cs typeface="Arial"/>
            </a:endParaRPr>
          </a:p>
        </p:txBody>
      </p:sp>
      <p:sp>
        <p:nvSpPr>
          <p:cNvPr id="156" name="Shape 22">
            <a:extLst xmlns:a="http://schemas.openxmlformats.org/drawingml/2006/main">
              <a:ext uri="{FF2B5EF4-FFF2-40B4-BE49-F238E27FC236}">
                <a16:creationId xmlns:a16="http://schemas.microsoft.com/office/drawing/2014/main" id="{230BF84D-201F-4CCE-BCCD-EAC9E244BEC5}"/>
              </a:ext>
            </a:extLst>
          </p:cNvPr>
          <p:cNvSpPr>
            <a:spLocks xmlns:a="http://schemas.openxmlformats.org/drawingml/2006/main" noGrp="1"/>
          </p:cNvSpPr>
          <p:nvPr/>
        </p:nvSpPr>
        <p:spPr>
          <a:xfrm xmlns:a="http://schemas.openxmlformats.org/drawingml/2006/main">
            <a:off x="749880" y="5596200"/>
            <a:ext cx="10625040" cy="566640"/>
          </a:xfrm>
          <a:prstGeom xmlns:a="http://schemas.openxmlformats.org/drawingml/2006/main" prst="roundRect">
            <a:avLst>
              <a:gd name="adj" fmla="val 12903"/>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7" name="Text 23">
            <a:extLst xmlns:a="http://schemas.openxmlformats.org/drawingml/2006/main">
              <a:ext uri="{FF2B5EF4-FFF2-40B4-BE49-F238E27FC236}">
                <a16:creationId xmlns:a16="http://schemas.microsoft.com/office/drawing/2014/main" id="{741BB1AA-DE08-4755-9147-8634B6302692}"/>
              </a:ext>
            </a:extLst>
          </p:cNvPr>
          <p:cNvSpPr>
            <a:spLocks xmlns:a="http://schemas.openxmlformats.org/drawingml/2006/main" noGrp="1"/>
          </p:cNvSpPr>
          <p:nvPr/>
        </p:nvSpPr>
        <p:spPr>
          <a:xfrm xmlns:a="http://schemas.openxmlformats.org/drawingml/2006/main">
            <a:off x="1005840" y="5769720"/>
            <a:ext cx="126144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DELIVERY ONLY</a:t>
            </a:r>
            <a:endParaRPr sz="1050" b="0" u="none">
              <a:solidFill>
                <a:srgbClr val="000000"/>
              </a:solidFill>
              <a:latin typeface="Arial"/>
              <a:ea typeface="Arial"/>
              <a:cs typeface="Arial"/>
            </a:endParaRPr>
          </a:p>
        </p:txBody>
      </p:sp>
      <p:sp>
        <p:nvSpPr>
          <p:cNvPr id="158" name="Shape 24">
            <a:extLst xmlns:a="http://schemas.openxmlformats.org/drawingml/2006/main">
              <a:ext uri="{FF2B5EF4-FFF2-40B4-BE49-F238E27FC236}">
                <a16:creationId xmlns:a16="http://schemas.microsoft.com/office/drawing/2014/main" id="{A89AA7CD-18C3-4967-983D-60EFDDBA46BC}"/>
              </a:ext>
            </a:extLst>
          </p:cNvPr>
          <p:cNvSpPr>
            <a:spLocks xmlns:a="http://schemas.openxmlformats.org/drawingml/2006/main" noGrp="1"/>
          </p:cNvSpPr>
          <p:nvPr/>
        </p:nvSpPr>
        <p:spPr>
          <a:xfrm xmlns:a="http://schemas.openxmlformats.org/drawingml/2006/main">
            <a:off x="23317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9" name="Text 25">
            <a:extLst xmlns:a="http://schemas.openxmlformats.org/drawingml/2006/main">
              <a:ext uri="{FF2B5EF4-FFF2-40B4-BE49-F238E27FC236}">
                <a16:creationId xmlns:a16="http://schemas.microsoft.com/office/drawing/2014/main" id="{44112745-0E93-4B38-90A9-43B58C39A1C9}"/>
              </a:ext>
            </a:extLst>
          </p:cNvPr>
          <p:cNvSpPr>
            <a:spLocks xmlns:a="http://schemas.openxmlformats.org/drawingml/2006/main" noGrp="1"/>
          </p:cNvSpPr>
          <p:nvPr/>
        </p:nvSpPr>
        <p:spPr>
          <a:xfrm xmlns:a="http://schemas.openxmlformats.org/drawingml/2006/main">
            <a:off x="3429000" y="5687640"/>
            <a:ext cx="5940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n8n</a:t>
            </a:r>
            <a:endParaRPr sz="1800" b="0" u="none">
              <a:solidFill>
                <a:srgbClr val="000000"/>
              </a:solidFill>
              <a:latin typeface="Arial"/>
              <a:ea typeface="Arial"/>
              <a:cs typeface="Arial"/>
            </a:endParaRPr>
          </a:p>
        </p:txBody>
      </p:sp>
      <p:sp>
        <p:nvSpPr>
          <p:cNvPr id="160" name="Shape 26">
            <a:extLst xmlns:a="http://schemas.openxmlformats.org/drawingml/2006/main">
              <a:ext uri="{FF2B5EF4-FFF2-40B4-BE49-F238E27FC236}">
                <a16:creationId xmlns:a16="http://schemas.microsoft.com/office/drawing/2014/main" id="{F28D05C9-B1F5-4B70-A314-80ED557F1598}"/>
              </a:ext>
            </a:extLst>
          </p:cNvPr>
          <p:cNvSpPr>
            <a:spLocks xmlns:a="http://schemas.openxmlformats.org/drawingml/2006/main" noGrp="1"/>
          </p:cNvSpPr>
          <p:nvPr/>
        </p:nvSpPr>
        <p:spPr>
          <a:xfrm xmlns:a="http://schemas.openxmlformats.org/drawingml/2006/main">
            <a:off x="41605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1" name="Text 27">
            <a:extLst xmlns:a="http://schemas.openxmlformats.org/drawingml/2006/main">
              <a:ext uri="{FF2B5EF4-FFF2-40B4-BE49-F238E27FC236}">
                <a16:creationId xmlns:a16="http://schemas.microsoft.com/office/drawing/2014/main" id="{A528B397-011E-4133-95E2-BF49887C7AA3}"/>
              </a:ext>
            </a:extLst>
          </p:cNvPr>
          <p:cNvSpPr>
            <a:spLocks xmlns:a="http://schemas.openxmlformats.org/drawingml/2006/main" noGrp="1"/>
          </p:cNvSpPr>
          <p:nvPr/>
        </p:nvSpPr>
        <p:spPr>
          <a:xfrm xmlns:a="http://schemas.openxmlformats.org/drawingml/2006/main">
            <a:off x="5266800" y="568764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Notion report</a:t>
            </a:r>
            <a:endParaRPr sz="1800" b="0" u="none">
              <a:solidFill>
                <a:srgbClr val="000000"/>
              </a:solidFill>
              <a:latin typeface="Arial"/>
              <a:ea typeface="Arial"/>
              <a:cs typeface="Arial"/>
            </a:endParaRPr>
          </a:p>
        </p:txBody>
      </p:sp>
      <p:sp>
        <p:nvSpPr>
          <p:cNvPr id="162" name="Text 28">
            <a:extLst xmlns:a="http://schemas.openxmlformats.org/drawingml/2006/main">
              <a:ext uri="{FF2B5EF4-FFF2-40B4-BE49-F238E27FC236}">
                <a16:creationId xmlns:a16="http://schemas.microsoft.com/office/drawing/2014/main" id="{685E5C88-0537-433B-9CE8-5EB0BF39B75C}"/>
              </a:ext>
            </a:extLst>
          </p:cNvPr>
          <p:cNvSpPr>
            <a:spLocks xmlns:a="http://schemas.openxmlformats.org/drawingml/2006/main" noGrp="1"/>
          </p:cNvSpPr>
          <p:nvPr/>
        </p:nvSpPr>
        <p:spPr>
          <a:xfrm xmlns:a="http://schemas.openxmlformats.org/drawingml/2006/main">
            <a:off x="6784920" y="5715000"/>
            <a:ext cx="416016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350" b="0" u="none">
                <a:solidFill>
                  <a:srgbClr val="64748B"/>
                </a:solidFill>
                <a:latin typeface="Aptos"/>
                <a:ea typeface="Aptos"/>
                <a:cs typeface="Aptos"/>
              </a:rPr>
              <a:t>n8n files the finished report. It does not make decisions.</a:t>
            </a:r>
            <a:endParaRPr sz="1350" b="0" u="none">
              <a:solidFill>
                <a:srgbClr val="000000"/>
              </a:solidFill>
              <a:latin typeface="Arial"/>
              <a:ea typeface="Arial"/>
              <a:cs typeface="Arial"/>
            </a:endParaRPr>
          </a:p>
        </p:txBody>
      </p:sp>
      <p:sp>
        <p:nvSpPr>
          <p:cNvPr id="163" name="Text 29">
            <a:extLst xmlns:a="http://schemas.openxmlformats.org/drawingml/2006/main">
              <a:ext uri="{FF2B5EF4-FFF2-40B4-BE49-F238E27FC236}">
                <a16:creationId xmlns:a16="http://schemas.microsoft.com/office/drawing/2014/main" id="{FCC59A14-10DA-4CA7-AED8-95C1A2FB2B7F}"/>
              </a:ext>
            </a:extLst>
          </p:cNvPr>
          <p:cNvSpPr>
            <a:spLocks xmlns:a="http://schemas.openxmlformats.org/drawingml/2006/main" noGrp="1"/>
          </p:cNvSpPr>
          <p:nvPr/>
        </p:nvSpPr>
        <p:spPr>
          <a:xfrm xmlns:a="http://schemas.openxmlformats.org/drawingml/2006/main">
            <a:off x="713137" y="6428137"/>
            <a:ext cx="3048000" cy="16411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ARCHITECTURE</a:t>
            </a:r>
            <a:endParaRPr sz="900" b="0" u="none">
              <a:solidFill>
                <a:srgbClr val="000000"/>
              </a:solidFill>
              <a:latin typeface="Arial"/>
              <a:ea typeface="Arial"/>
              <a:cs typeface="Arial"/>
            </a:endParaRPr>
          </a:p>
        </p:txBody>
      </p:sp>
      <p:sp>
        <p:nvSpPr>
          <p:cNvPr id="164" name="PlaceHolder 1">
            <a:extLst xmlns:a="http://schemas.openxmlformats.org/drawingml/2006/main">
              <a:ext uri="{FF2B5EF4-FFF2-40B4-BE49-F238E27FC236}">
                <a16:creationId xmlns:a16="http://schemas.microsoft.com/office/drawing/2014/main" id="{7921EEFA-F2AA-41FB-B325-EA328ACA8B2A}"/>
              </a:ext>
            </a:extLst>
          </p:cNvPr>
          <p:cNvSpPr>
            <a:spLocks xmlns:a="http://schemas.openxmlformats.org/drawingml/2006/main" noGrp="1"/>
          </p:cNvSpPr>
          <p:nvPr>
            <p:ph type="sldNum" idx="10"/>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8C630A04-5A25-9E0C-9436-126091DB86B3}" type="slidenum">
              <a:rPr sz="900" b="0" u="none">
                <a:solidFill>
                  <a:srgbClr val="94A3B8"/>
                </a:solidFill>
                <a:latin typeface="Aptos"/>
                <a:ea typeface="Aptos"/>
                <a:cs typeface="Aptos"/>
              </a:rPr>
              <a:t>6</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920595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5" name="Text 0">
            <a:extLst xmlns:a="http://schemas.openxmlformats.org/drawingml/2006/main">
              <a:ext uri="{FF2B5EF4-FFF2-40B4-BE49-F238E27FC236}">
                <a16:creationId xmlns:a16="http://schemas.microsoft.com/office/drawing/2014/main" id="{D31306D0-4594-4E66-BB31-963969ECED40}"/>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POST-MVP PATH</a:t>
            </a:r>
            <a:endParaRPr sz="1100" b="0" u="none">
              <a:solidFill>
                <a:srgbClr val="000000"/>
              </a:solidFill>
              <a:latin typeface="Arial"/>
              <a:ea typeface="Arial"/>
              <a:cs typeface="Arial"/>
            </a:endParaRPr>
          </a:p>
        </p:txBody>
      </p:sp>
      <p:sp>
        <p:nvSpPr>
          <p:cNvPr id="166" name="Text 1">
            <a:extLst xmlns:a="http://schemas.openxmlformats.org/drawingml/2006/main">
              <a:ext uri="{FF2B5EF4-FFF2-40B4-BE49-F238E27FC236}">
                <a16:creationId xmlns:a16="http://schemas.microsoft.com/office/drawing/2014/main" id="{B2EA6B29-E353-4856-BB2A-939C6024C15D}"/>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recurring product is vendor-drift monitoring</a:t>
            </a:r>
            <a:endParaRPr sz="4000" b="0" u="none">
              <a:solidFill>
                <a:srgbClr val="000000"/>
              </a:solidFill>
              <a:latin typeface="Arial"/>
              <a:ea typeface="Arial"/>
              <a:cs typeface="Arial"/>
            </a:endParaRPr>
          </a:p>
        </p:txBody>
      </p:sp>
      <p:sp>
        <p:nvSpPr>
          <p:cNvPr id="167" name="Text 2">
            <a:extLst xmlns:a="http://schemas.openxmlformats.org/drawingml/2006/main">
              <a:ext uri="{FF2B5EF4-FFF2-40B4-BE49-F238E27FC236}">
                <a16:creationId xmlns:a16="http://schemas.microsoft.com/office/drawing/2014/main" id="{0EEB6E1A-E431-4A16-93FA-618FC510899B}"/>
              </a:ext>
            </a:extLst>
          </p:cNvPr>
          <p:cNvSpPr>
            <a:spLocks xmlns:a="http://schemas.openxmlformats.org/drawingml/2006/main" noGrp="1"/>
          </p:cNvSpPr>
          <p:nvPr/>
        </p:nvSpPr>
        <p:spPr>
          <a:xfrm xmlns:a="http://schemas.openxmlformats.org/drawingml/2006/main">
            <a:off x="749880" y="1508760"/>
            <a:ext cx="3245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FUTURE VALIDATION — NOT CURRENT TRACTION</a:t>
            </a:r>
            <a:endParaRPr sz="1050" b="0" u="none">
              <a:solidFill>
                <a:srgbClr val="000000"/>
              </a:solidFill>
              <a:latin typeface="Arial"/>
              <a:ea typeface="Arial"/>
              <a:cs typeface="Arial"/>
            </a:endParaRPr>
          </a:p>
        </p:txBody>
      </p:sp>
      <p:sp>
        <p:nvSpPr>
          <p:cNvPr id="168" name="Shape 3">
            <a:extLst xmlns:a="http://schemas.openxmlformats.org/drawingml/2006/main">
              <a:ext uri="{FF2B5EF4-FFF2-40B4-BE49-F238E27FC236}">
                <a16:creationId xmlns:a16="http://schemas.microsoft.com/office/drawing/2014/main" id="{17EF9BA1-3679-48B8-A4AF-C646BA50CCDB}"/>
              </a:ext>
            </a:extLst>
          </p:cNvPr>
          <p:cNvSpPr>
            <a:spLocks xmlns:a="http://schemas.openxmlformats.org/drawingml/2006/main" noGrp="1"/>
          </p:cNvSpPr>
          <p:nvPr/>
        </p:nvSpPr>
        <p:spPr>
          <a:xfrm xmlns:a="http://schemas.openxmlformats.org/drawingml/2006/main">
            <a:off x="1444680" y="3447000"/>
            <a:ext cx="8915400" cy="360"/>
          </a:xfrm>
          <a:prstGeom xmlns:a="http://schemas.openxmlformats.org/drawingml/2006/main" prst="line">
            <a:avLst/>
          </a:prstGeom>
          <a:ln xmlns:a="http://schemas.openxmlformats.org/drawingml/2006/main" w="508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9" name="Shape 4">
            <a:extLst xmlns:a="http://schemas.openxmlformats.org/drawingml/2006/main">
              <a:ext uri="{FF2B5EF4-FFF2-40B4-BE49-F238E27FC236}">
                <a16:creationId xmlns:a16="http://schemas.microsoft.com/office/drawing/2014/main" id="{3C6B4316-F3D3-4418-B41A-64B19F541A6B}"/>
              </a:ext>
            </a:extLst>
          </p:cNvPr>
          <p:cNvSpPr>
            <a:spLocks xmlns:a="http://schemas.openxmlformats.org/drawingml/2006/main" noGrp="1"/>
          </p:cNvSpPr>
          <p:nvPr/>
        </p:nvSpPr>
        <p:spPr>
          <a:xfrm xmlns:a="http://schemas.openxmlformats.org/drawingml/2006/main">
            <a:off x="1234440"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0" name="Text 5">
            <a:extLst xmlns:a="http://schemas.openxmlformats.org/drawingml/2006/main">
              <a:ext uri="{FF2B5EF4-FFF2-40B4-BE49-F238E27FC236}">
                <a16:creationId xmlns:a16="http://schemas.microsoft.com/office/drawing/2014/main" id="{0BB3DC31-21C0-41D3-B6E4-3C4BB6804672}"/>
              </a:ext>
            </a:extLst>
          </p:cNvPr>
          <p:cNvSpPr>
            <a:spLocks xmlns:a="http://schemas.openxmlformats.org/drawingml/2006/main" noGrp="1"/>
          </p:cNvSpPr>
          <p:nvPr/>
        </p:nvSpPr>
        <p:spPr>
          <a:xfrm xmlns:a="http://schemas.openxmlformats.org/drawingml/2006/main">
            <a:off x="1005840"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MAY</a:t>
            </a:r>
            <a:endParaRPr sz="1100" b="0" u="none">
              <a:solidFill>
                <a:srgbClr val="000000"/>
              </a:solidFill>
              <a:latin typeface="Arial"/>
              <a:ea typeface="Arial"/>
              <a:cs typeface="Arial"/>
            </a:endParaRPr>
          </a:p>
        </p:txBody>
      </p:sp>
      <p:sp>
        <p:nvSpPr>
          <p:cNvPr id="171" name="Shape 6">
            <a:extLst xmlns:a="http://schemas.openxmlformats.org/drawingml/2006/main">
              <a:ext uri="{FF2B5EF4-FFF2-40B4-BE49-F238E27FC236}">
                <a16:creationId xmlns:a16="http://schemas.microsoft.com/office/drawing/2014/main" id="{5873C6EB-85E7-4F2B-A274-FB8F9EEB6CA9}"/>
              </a:ext>
            </a:extLst>
          </p:cNvPr>
          <p:cNvSpPr>
            <a:spLocks xmlns:a="http://schemas.openxmlformats.org/drawingml/2006/main" noGrp="1"/>
          </p:cNvSpPr>
          <p:nvPr/>
        </p:nvSpPr>
        <p:spPr>
          <a:xfrm xmlns:a="http://schemas.openxmlformats.org/drawingml/2006/main">
            <a:off x="731520" y="3822120"/>
            <a:ext cx="2788560" cy="1161000"/>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2" name="Text 7">
            <a:extLst xmlns:a="http://schemas.openxmlformats.org/drawingml/2006/main">
              <a:ext uri="{FF2B5EF4-FFF2-40B4-BE49-F238E27FC236}">
                <a16:creationId xmlns:a16="http://schemas.microsoft.com/office/drawing/2014/main" id="{91D862EC-C9EC-402F-838C-B1098F41134F}"/>
              </a:ext>
            </a:extLst>
          </p:cNvPr>
          <p:cNvSpPr>
            <a:spLocks xmlns:a="http://schemas.openxmlformats.org/drawingml/2006/main" noGrp="1"/>
          </p:cNvSpPr>
          <p:nvPr/>
        </p:nvSpPr>
        <p:spPr>
          <a:xfrm xmlns:a="http://schemas.openxmlformats.org/drawingml/2006/main">
            <a:off x="960120" y="4069080"/>
            <a:ext cx="233136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2000" b="1" u="none">
                <a:solidFill>
                  <a:srgbClr val="0B1020"/>
                </a:solidFill>
                <a:latin typeface="Aptos Display"/>
                <a:ea typeface="Aptos Display"/>
                <a:cs typeface="Aptos Display"/>
              </a:rPr>
              <a:t>No evidenced AI ranking</a:t>
            </a:r>
            <a:endParaRPr sz="2000" b="0" u="none">
              <a:solidFill>
                <a:srgbClr val="000000"/>
              </a:solidFill>
              <a:latin typeface="Arial"/>
              <a:ea typeface="Arial"/>
              <a:cs typeface="Arial"/>
            </a:endParaRPr>
          </a:p>
        </p:txBody>
      </p:sp>
      <p:sp>
        <p:nvSpPr>
          <p:cNvPr id="173" name="Text 8">
            <a:extLst xmlns:a="http://schemas.openxmlformats.org/drawingml/2006/main">
              <a:ext uri="{FF2B5EF4-FFF2-40B4-BE49-F238E27FC236}">
                <a16:creationId xmlns:a16="http://schemas.microsoft.com/office/drawing/2014/main" id="{AE47C620-C1F0-40E2-A939-2AB9E2FCC45A}"/>
              </a:ext>
            </a:extLst>
          </p:cNvPr>
          <p:cNvSpPr>
            <a:spLocks xmlns:a="http://schemas.openxmlformats.org/drawingml/2006/main" noGrp="1"/>
          </p:cNvSpPr>
          <p:nvPr/>
        </p:nvSpPr>
        <p:spPr>
          <a:xfrm xmlns:a="http://schemas.openxmlformats.org/drawingml/2006/main">
            <a:off x="960120" y="4572000"/>
            <a:ext cx="2331360"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Client's ATS is outside the inventory</a:t>
            </a:r>
            <a:endParaRPr sz="1350" b="0" u="none">
              <a:solidFill>
                <a:srgbClr val="000000"/>
              </a:solidFill>
              <a:latin typeface="Arial"/>
              <a:ea typeface="Arial"/>
              <a:cs typeface="Arial"/>
            </a:endParaRPr>
          </a:p>
        </p:txBody>
      </p:sp>
      <p:sp>
        <p:nvSpPr>
          <p:cNvPr id="174" name="Shape 9">
            <a:extLst xmlns:a="http://schemas.openxmlformats.org/drawingml/2006/main">
              <a:ext uri="{FF2B5EF4-FFF2-40B4-BE49-F238E27FC236}">
                <a16:creationId xmlns:a16="http://schemas.microsoft.com/office/drawing/2014/main" id="{A9942CC6-CA00-4F44-8AC2-23BECCBF8B8A}"/>
              </a:ext>
            </a:extLst>
          </p:cNvPr>
          <p:cNvSpPr>
            <a:spLocks xmlns:a="http://schemas.openxmlformats.org/drawingml/2006/main" noGrp="1"/>
          </p:cNvSpPr>
          <p:nvPr/>
        </p:nvSpPr>
        <p:spPr>
          <a:xfrm xmlns:a="http://schemas.openxmlformats.org/drawingml/2006/main">
            <a:off x="4754880"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5" name="Text 10">
            <a:extLst xmlns:a="http://schemas.openxmlformats.org/drawingml/2006/main">
              <a:ext uri="{FF2B5EF4-FFF2-40B4-BE49-F238E27FC236}">
                <a16:creationId xmlns:a16="http://schemas.microsoft.com/office/drawing/2014/main" id="{4C63E38B-D579-4FBE-9B2C-D44FC6FE736A}"/>
              </a:ext>
            </a:extLst>
          </p:cNvPr>
          <p:cNvSpPr>
            <a:spLocks xmlns:a="http://schemas.openxmlformats.org/drawingml/2006/main" noGrp="1"/>
          </p:cNvSpPr>
          <p:nvPr/>
        </p:nvSpPr>
        <p:spPr>
          <a:xfrm xmlns:a="http://schemas.openxmlformats.org/drawingml/2006/main">
            <a:off x="4526280"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JUNE</a:t>
            </a:r>
            <a:endParaRPr sz="1100" b="0" u="none">
              <a:solidFill>
                <a:srgbClr val="000000"/>
              </a:solidFill>
              <a:latin typeface="Arial"/>
              <a:ea typeface="Arial"/>
              <a:cs typeface="Arial"/>
            </a:endParaRPr>
          </a:p>
        </p:txBody>
      </p:sp>
      <p:sp>
        <p:nvSpPr>
          <p:cNvPr id="176" name="Shape 11">
            <a:extLst xmlns:a="http://schemas.openxmlformats.org/drawingml/2006/main">
              <a:ext uri="{FF2B5EF4-FFF2-40B4-BE49-F238E27FC236}">
                <a16:creationId xmlns:a16="http://schemas.microsoft.com/office/drawing/2014/main" id="{BC0B8906-E6B7-4ABA-9B54-93717530FCC3}"/>
              </a:ext>
            </a:extLst>
          </p:cNvPr>
          <p:cNvSpPr>
            <a:spLocks xmlns:a="http://schemas.openxmlformats.org/drawingml/2006/main" noGrp="1"/>
          </p:cNvSpPr>
          <p:nvPr/>
        </p:nvSpPr>
        <p:spPr>
          <a:xfrm xmlns:a="http://schemas.openxmlformats.org/drawingml/2006/main">
            <a:off x="4251960" y="3822120"/>
            <a:ext cx="2788560" cy="1161000"/>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7" name="Text 12">
            <a:extLst xmlns:a="http://schemas.openxmlformats.org/drawingml/2006/main">
              <a:ext uri="{FF2B5EF4-FFF2-40B4-BE49-F238E27FC236}">
                <a16:creationId xmlns:a16="http://schemas.microsoft.com/office/drawing/2014/main" id="{206C9828-74A4-48D1-AD10-1BA8631CC2D8}"/>
              </a:ext>
            </a:extLst>
          </p:cNvPr>
          <p:cNvSpPr>
            <a:spLocks xmlns:a="http://schemas.openxmlformats.org/drawingml/2006/main" noGrp="1"/>
          </p:cNvSpPr>
          <p:nvPr/>
        </p:nvSpPr>
        <p:spPr>
          <a:xfrm xmlns:a="http://schemas.openxmlformats.org/drawingml/2006/main">
            <a:off x="4480560" y="4069080"/>
            <a:ext cx="233136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2000" b="1" u="none">
                <a:solidFill>
                  <a:srgbClr val="0B1020"/>
                </a:solidFill>
                <a:latin typeface="Aptos Display"/>
                <a:ea typeface="Aptos Display"/>
                <a:cs typeface="Aptos Display"/>
              </a:rPr>
              <a:t>Vendor ships AI CV ranking</a:t>
            </a:r>
            <a:endParaRPr sz="2000" b="0" u="none">
              <a:solidFill>
                <a:srgbClr val="000000"/>
              </a:solidFill>
              <a:latin typeface="Arial"/>
              <a:ea typeface="Arial"/>
              <a:cs typeface="Arial"/>
            </a:endParaRPr>
          </a:p>
        </p:txBody>
      </p:sp>
      <p:sp>
        <p:nvSpPr>
          <p:cNvPr id="178" name="Text 13">
            <a:extLst xmlns:a="http://schemas.openxmlformats.org/drawingml/2006/main">
              <a:ext uri="{FF2B5EF4-FFF2-40B4-BE49-F238E27FC236}">
                <a16:creationId xmlns:a16="http://schemas.microsoft.com/office/drawing/2014/main" id="{47DA6A0C-6EC3-4967-91D8-332AC0E4BA71}"/>
              </a:ext>
            </a:extLst>
          </p:cNvPr>
          <p:cNvSpPr>
            <a:spLocks xmlns:a="http://schemas.openxmlformats.org/drawingml/2006/main" noGrp="1"/>
          </p:cNvSpPr>
          <p:nvPr/>
        </p:nvSpPr>
        <p:spPr>
          <a:xfrm xmlns:a="http://schemas.openxmlformats.org/drawingml/2006/main">
            <a:off x="4480560" y="4572000"/>
            <a:ext cx="2331360"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The software changes without a new purchase</a:t>
            </a:r>
            <a:endParaRPr sz="1350" b="0" u="none">
              <a:solidFill>
                <a:srgbClr val="000000"/>
              </a:solidFill>
              <a:latin typeface="Arial"/>
              <a:ea typeface="Arial"/>
              <a:cs typeface="Arial"/>
            </a:endParaRPr>
          </a:p>
        </p:txBody>
      </p:sp>
      <p:sp>
        <p:nvSpPr>
          <p:cNvPr id="179" name="Shape 14">
            <a:extLst xmlns:a="http://schemas.openxmlformats.org/drawingml/2006/main">
              <a:ext uri="{FF2B5EF4-FFF2-40B4-BE49-F238E27FC236}">
                <a16:creationId xmlns:a16="http://schemas.microsoft.com/office/drawing/2014/main" id="{058C8C15-3A99-4123-A788-D7FDED8C9A47}"/>
              </a:ext>
            </a:extLst>
          </p:cNvPr>
          <p:cNvSpPr>
            <a:spLocks xmlns:a="http://schemas.openxmlformats.org/drawingml/2006/main" noGrp="1"/>
          </p:cNvSpPr>
          <p:nvPr/>
        </p:nvSpPr>
        <p:spPr>
          <a:xfrm xmlns:a="http://schemas.openxmlformats.org/drawingml/2006/main">
            <a:off x="8321040" y="3090600"/>
            <a:ext cx="566640" cy="56664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0" name="Text 15">
            <a:extLst xmlns:a="http://schemas.openxmlformats.org/drawingml/2006/main">
              <a:ext uri="{FF2B5EF4-FFF2-40B4-BE49-F238E27FC236}">
                <a16:creationId xmlns:a16="http://schemas.microsoft.com/office/drawing/2014/main" id="{6F087A88-8B14-487C-809D-99DB9AB8B025}"/>
              </a:ext>
            </a:extLst>
          </p:cNvPr>
          <p:cNvSpPr>
            <a:spLocks xmlns:a="http://schemas.openxmlformats.org/drawingml/2006/main" noGrp="1"/>
          </p:cNvSpPr>
          <p:nvPr/>
        </p:nvSpPr>
        <p:spPr>
          <a:xfrm xmlns:a="http://schemas.openxmlformats.org/drawingml/2006/main">
            <a:off x="8092440"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2563EB"/>
                </a:solidFill>
                <a:latin typeface="Aptos"/>
                <a:ea typeface="Aptos"/>
                <a:cs typeface="Aptos"/>
              </a:rPr>
              <a:t>JULY ALERT</a:t>
            </a:r>
            <a:endParaRPr sz="1100" b="0" u="none">
              <a:solidFill>
                <a:srgbClr val="000000"/>
              </a:solidFill>
              <a:latin typeface="Arial"/>
              <a:ea typeface="Arial"/>
              <a:cs typeface="Arial"/>
            </a:endParaRPr>
          </a:p>
        </p:txBody>
      </p:sp>
      <p:sp>
        <p:nvSpPr>
          <p:cNvPr id="181" name="Shape 16">
            <a:extLst xmlns:a="http://schemas.openxmlformats.org/drawingml/2006/main">
              <a:ext uri="{FF2B5EF4-FFF2-40B4-BE49-F238E27FC236}">
                <a16:creationId xmlns:a16="http://schemas.microsoft.com/office/drawing/2014/main" id="{1658AA7A-27BE-4213-A01C-64FCABF3FB6B}"/>
              </a:ext>
            </a:extLst>
          </p:cNvPr>
          <p:cNvSpPr>
            <a:spLocks xmlns:a="http://schemas.openxmlformats.org/drawingml/2006/main" noGrp="1"/>
          </p:cNvSpPr>
          <p:nvPr/>
        </p:nvSpPr>
        <p:spPr>
          <a:xfrm xmlns:a="http://schemas.openxmlformats.org/drawingml/2006/main">
            <a:off x="7818120" y="3822120"/>
            <a:ext cx="3017160" cy="1352880"/>
          </a:xfrm>
          <a:prstGeom xmlns:a="http://schemas.openxmlformats.org/drawingml/2006/main" prst="roundRect">
            <a:avLst>
              <a:gd name="adj" fmla="val 1013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2" name="Text 17">
            <a:extLst xmlns:a="http://schemas.openxmlformats.org/drawingml/2006/main">
              <a:ext uri="{FF2B5EF4-FFF2-40B4-BE49-F238E27FC236}">
                <a16:creationId xmlns:a16="http://schemas.microsoft.com/office/drawing/2014/main" id="{B113E239-ED3C-4A03-A253-7243C35C6515}"/>
              </a:ext>
            </a:extLst>
          </p:cNvPr>
          <p:cNvSpPr>
            <a:spLocks xmlns:a="http://schemas.openxmlformats.org/drawingml/2006/main" noGrp="1"/>
          </p:cNvSpPr>
          <p:nvPr/>
        </p:nvSpPr>
        <p:spPr>
          <a:xfrm xmlns:a="http://schemas.openxmlformats.org/drawingml/2006/main">
            <a:off x="8046720" y="4069080"/>
            <a:ext cx="255996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algn="ctr" defTabSz="914400">
              <a:lnSpc>
                <a:spcPct val="100000"/>
              </a:lnSpc>
              <a:buNone/>
              <a:tabLst>
                <a:tab pos="0" algn="l"/>
              </a:tabLst>
            </a:pPr>
            <a:r>
              <a:rPr sz="2200" b="1" u="none">
                <a:solidFill>
                  <a:srgbClr val="FFFFFF"/>
                </a:solidFill>
                <a:latin typeface="Aptos Display"/>
                <a:ea typeface="Aptos Display"/>
                <a:cs typeface="Aptos Display"/>
              </a:rPr>
              <a:t>The client's systems changed</a:t>
            </a:r>
            <a:endParaRPr sz="2200" b="0" u="none">
              <a:solidFill>
                <a:srgbClr val="000000"/>
              </a:solidFill>
              <a:latin typeface="Arial"/>
              <a:ea typeface="Arial"/>
              <a:cs typeface="Arial"/>
            </a:endParaRPr>
          </a:p>
        </p:txBody>
      </p:sp>
      <p:sp>
        <p:nvSpPr>
          <p:cNvPr id="183" name="Text 18">
            <a:extLst xmlns:a="http://schemas.openxmlformats.org/drawingml/2006/main">
              <a:ext uri="{FF2B5EF4-FFF2-40B4-BE49-F238E27FC236}">
                <a16:creationId xmlns:a16="http://schemas.microsoft.com/office/drawing/2014/main" id="{A89862D7-2956-4574-98AC-CE70D260055E}"/>
              </a:ext>
            </a:extLst>
          </p:cNvPr>
          <p:cNvSpPr>
            <a:spLocks xmlns:a="http://schemas.openxmlformats.org/drawingml/2006/main" noGrp="1"/>
          </p:cNvSpPr>
          <p:nvPr/>
        </p:nvSpPr>
        <p:spPr>
          <a:xfrm xmlns:a="http://schemas.openxmlformats.org/drawingml/2006/main">
            <a:off x="8046720" y="4645080"/>
            <a:ext cx="2559960"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EAF2FF"/>
                </a:solidFill>
                <a:latin typeface="Aptos"/>
                <a:ea typeface="Aptos"/>
                <a:cs typeface="Aptos"/>
              </a:rPr>
              <a:t>even though the client did nothing</a:t>
            </a:r>
            <a:endParaRPr sz="1350" b="0" u="none">
              <a:solidFill>
                <a:srgbClr val="000000"/>
              </a:solidFill>
              <a:latin typeface="Arial"/>
              <a:ea typeface="Arial"/>
              <a:cs typeface="Arial"/>
            </a:endParaRPr>
          </a:p>
        </p:txBody>
      </p:sp>
      <p:sp>
        <p:nvSpPr>
          <p:cNvPr id="184" name="Text 19">
            <a:extLst xmlns:a="http://schemas.openxmlformats.org/drawingml/2006/main">
              <a:ext uri="{FF2B5EF4-FFF2-40B4-BE49-F238E27FC236}">
                <a16:creationId xmlns:a16="http://schemas.microsoft.com/office/drawing/2014/main" id="{94E770F1-1007-437A-8483-3714290AF765}"/>
              </a:ext>
            </a:extLst>
          </p:cNvPr>
          <p:cNvSpPr>
            <a:spLocks xmlns:a="http://schemas.openxmlformats.org/drawingml/2006/main" noGrp="1"/>
          </p:cNvSpPr>
          <p:nvPr/>
        </p:nvSpPr>
        <p:spPr>
          <a:xfrm xmlns:a="http://schemas.openxmlformats.org/drawingml/2006/main">
            <a:off x="1234440" y="5669280"/>
            <a:ext cx="21484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64748B"/>
                </a:solidFill>
                <a:latin typeface="Aptos"/>
                <a:ea typeface="Aptos"/>
                <a:cs typeface="Aptos"/>
              </a:rPr>
              <a:t>ADVISER PILOT</a:t>
            </a:r>
            <a:endParaRPr sz="1100" b="0" u="none">
              <a:solidFill>
                <a:srgbClr val="000000"/>
              </a:solidFill>
              <a:latin typeface="Arial"/>
              <a:ea typeface="Arial"/>
              <a:cs typeface="Arial"/>
            </a:endParaRPr>
          </a:p>
        </p:txBody>
      </p:sp>
      <p:sp>
        <p:nvSpPr>
          <p:cNvPr id="185" name="Shape 20">
            <a:extLst xmlns:a="http://schemas.openxmlformats.org/drawingml/2006/main">
              <a:ext uri="{FF2B5EF4-FFF2-40B4-BE49-F238E27FC236}">
                <a16:creationId xmlns:a16="http://schemas.microsoft.com/office/drawing/2014/main" id="{1002F08D-4F3F-482E-9EC4-702CE51C9D27}"/>
              </a:ext>
            </a:extLst>
          </p:cNvPr>
          <p:cNvSpPr>
            <a:spLocks xmlns:a="http://schemas.openxmlformats.org/drawingml/2006/main" noGrp="1"/>
          </p:cNvSpPr>
          <p:nvPr/>
        </p:nvSpPr>
        <p:spPr>
          <a:xfrm xmlns:a="http://schemas.openxmlformats.org/drawingml/2006/main">
            <a:off x="3401280"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6" name="Text 21">
            <a:extLst xmlns:a="http://schemas.openxmlformats.org/drawingml/2006/main">
              <a:ext uri="{FF2B5EF4-FFF2-40B4-BE49-F238E27FC236}">
                <a16:creationId xmlns:a16="http://schemas.microsoft.com/office/drawing/2014/main" id="{91CE1227-C385-4BA4-B222-1875ED58A44E}"/>
              </a:ext>
            </a:extLst>
          </p:cNvPr>
          <p:cNvSpPr>
            <a:spLocks xmlns:a="http://schemas.openxmlformats.org/drawingml/2006/main" noGrp="1"/>
          </p:cNvSpPr>
          <p:nvPr/>
        </p:nvSpPr>
        <p:spPr>
          <a:xfrm xmlns:a="http://schemas.openxmlformats.org/drawingml/2006/main">
            <a:off x="4005000" y="5669280"/>
            <a:ext cx="246852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2563EB"/>
                </a:solidFill>
                <a:latin typeface="Aptos"/>
                <a:ea typeface="Aptos"/>
                <a:cs typeface="Aptos"/>
              </a:rPr>
              <a:t>CONFIRMED DRIFT ALERTS</a:t>
            </a:r>
            <a:endParaRPr sz="1100" b="0" u="none">
              <a:solidFill>
                <a:srgbClr val="000000"/>
              </a:solidFill>
              <a:latin typeface="Arial"/>
              <a:ea typeface="Arial"/>
              <a:cs typeface="Arial"/>
            </a:endParaRPr>
          </a:p>
        </p:txBody>
      </p:sp>
      <p:sp>
        <p:nvSpPr>
          <p:cNvPr id="187" name="Shape 22">
            <a:extLst xmlns:a="http://schemas.openxmlformats.org/drawingml/2006/main">
              <a:ext uri="{FF2B5EF4-FFF2-40B4-BE49-F238E27FC236}">
                <a16:creationId xmlns:a16="http://schemas.microsoft.com/office/drawing/2014/main" id="{A8C5E434-E906-44BC-A1C5-6568CF89C1BE}"/>
              </a:ext>
            </a:extLst>
          </p:cNvPr>
          <p:cNvSpPr>
            <a:spLocks xmlns:a="http://schemas.openxmlformats.org/drawingml/2006/main" noGrp="1"/>
          </p:cNvSpPr>
          <p:nvPr/>
        </p:nvSpPr>
        <p:spPr>
          <a:xfrm xmlns:a="http://schemas.openxmlformats.org/drawingml/2006/main">
            <a:off x="6492240"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8" name="Text 23">
            <a:extLst xmlns:a="http://schemas.openxmlformats.org/drawingml/2006/main">
              <a:ext uri="{FF2B5EF4-FFF2-40B4-BE49-F238E27FC236}">
                <a16:creationId xmlns:a16="http://schemas.microsoft.com/office/drawing/2014/main" id="{B9B2584B-4382-4D2C-84F7-D706864EDC35}"/>
              </a:ext>
            </a:extLst>
          </p:cNvPr>
          <p:cNvSpPr>
            <a:spLocks xmlns:a="http://schemas.openxmlformats.org/drawingml/2006/main" noGrp="1"/>
          </p:cNvSpPr>
          <p:nvPr/>
        </p:nvSpPr>
        <p:spPr>
          <a:xfrm xmlns:a="http://schemas.openxmlformats.org/drawingml/2006/main">
            <a:off x="7104960" y="5669280"/>
            <a:ext cx="24228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1D4ED8"/>
                </a:solidFill>
                <a:latin typeface="Aptos"/>
                <a:ea typeface="Aptos"/>
                <a:cs typeface="Aptos"/>
              </a:rPr>
              <a:t>RETAINED MONITORING</a:t>
            </a:r>
            <a:endParaRPr sz="1100" b="0" u="none">
              <a:solidFill>
                <a:srgbClr val="000000"/>
              </a:solidFill>
              <a:latin typeface="Arial"/>
              <a:ea typeface="Arial"/>
              <a:cs typeface="Arial"/>
            </a:endParaRPr>
          </a:p>
        </p:txBody>
      </p:sp>
      <p:sp>
        <p:nvSpPr>
          <p:cNvPr id="189" name="Text 24">
            <a:extLst xmlns:a="http://schemas.openxmlformats.org/drawingml/2006/main">
              <a:ext uri="{FF2B5EF4-FFF2-40B4-BE49-F238E27FC236}">
                <a16:creationId xmlns:a16="http://schemas.microsoft.com/office/drawing/2014/main" id="{6B3D67CA-B90E-41E0-B032-E8A38E7BC0B2}"/>
              </a:ext>
            </a:extLst>
          </p:cNvPr>
          <p:cNvSpPr>
            <a:spLocks xmlns:a="http://schemas.openxmlformats.org/drawingml/2006/main" noGrp="1"/>
          </p:cNvSpPr>
          <p:nvPr/>
        </p:nvSpPr>
        <p:spPr>
          <a:xfrm xmlns:a="http://schemas.openxmlformats.org/drawingml/2006/main">
            <a:off x="749880" y="5998320"/>
            <a:ext cx="106066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algn="ctr" defTabSz="914400">
              <a:lnSpc>
                <a:spcPct val="100000"/>
              </a:lnSpc>
              <a:buNone/>
              <a:tabLst>
                <a:tab pos="0" algn="l"/>
              </a:tabLst>
            </a:pPr>
            <a:r>
              <a:rPr sz="2100" b="1" u="none">
                <a:solidFill>
                  <a:srgbClr val="0B1020"/>
                </a:solidFill>
                <a:latin typeface="Aptos Display"/>
                <a:ea typeface="Aptos Display"/>
                <a:cs typeface="Aptos Display"/>
              </a:rPr>
              <a:t>From a blank-page investigation to an auditable, recurring conversation.</a:t>
            </a:r>
            <a:endParaRPr sz="2100" b="0" u="none">
              <a:solidFill>
                <a:srgbClr val="000000"/>
              </a:solidFill>
              <a:latin typeface="Arial"/>
              <a:ea typeface="Arial"/>
              <a:cs typeface="Arial"/>
            </a:endParaRPr>
          </a:p>
        </p:txBody>
      </p:sp>
      <p:sp>
        <p:nvSpPr>
          <p:cNvPr id="190" name="Text 25">
            <a:extLst xmlns:a="http://schemas.openxmlformats.org/drawingml/2006/main">
              <a:ext uri="{FF2B5EF4-FFF2-40B4-BE49-F238E27FC236}">
                <a16:creationId xmlns:a16="http://schemas.microsoft.com/office/drawing/2014/main" id="{7ED0E0F8-4801-4D94-8911-FDF05248253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POST-MVP PATH</a:t>
            </a:r>
            <a:endParaRPr sz="900" b="0" u="none">
              <a:solidFill>
                <a:srgbClr val="000000"/>
              </a:solidFill>
              <a:latin typeface="Arial"/>
              <a:ea typeface="Arial"/>
              <a:cs typeface="Arial"/>
            </a:endParaRPr>
          </a:p>
        </p:txBody>
      </p:sp>
      <p:sp>
        <p:nvSpPr>
          <p:cNvPr id="191" name="PlaceHolder 1">
            <a:extLst xmlns:a="http://schemas.openxmlformats.org/drawingml/2006/main">
              <a:ext uri="{FF2B5EF4-FFF2-40B4-BE49-F238E27FC236}">
                <a16:creationId xmlns:a16="http://schemas.microsoft.com/office/drawing/2014/main" id="{95379090-48E0-44A1-8D3E-B6BD6BB3C4C8}"/>
              </a:ext>
            </a:extLst>
          </p:cNvPr>
          <p:cNvSpPr>
            <a:spLocks xmlns:a="http://schemas.openxmlformats.org/drawingml/2006/main" noGrp="1"/>
          </p:cNvSpPr>
          <p:nvPr>
            <p:ph type="sldNum" idx="1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3D7D1C8-AE23-AA48-DF65-C742588DBE47}" type="slidenum">
              <a:rPr sz="900" b="0" u="none">
                <a:solidFill>
                  <a:srgbClr val="94A3B8"/>
                </a:solidFill>
                <a:latin typeface="Aptos"/>
                <a:ea typeface="Aptos"/>
                <a:cs typeface="Aptos"/>
              </a:rPr>
              <a:t>7</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3457195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2" name="Text 0">
            <a:extLst xmlns:a="http://schemas.openxmlformats.org/drawingml/2006/main">
              <a:ext uri="{FF2B5EF4-FFF2-40B4-BE49-F238E27FC236}">
                <a16:creationId xmlns:a16="http://schemas.microsoft.com/office/drawing/2014/main" id="{19EFEC4B-93A2-4739-BDFA-4C205ED650EF}"/>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EVALUATION</a:t>
            </a:r>
            <a:endParaRPr sz="1100" b="0" u="none">
              <a:solidFill>
                <a:srgbClr val="000000"/>
              </a:solidFill>
              <a:latin typeface="Arial"/>
              <a:ea typeface="Arial"/>
              <a:cs typeface="Arial"/>
            </a:endParaRPr>
          </a:p>
        </p:txBody>
      </p:sp>
      <p:sp>
        <p:nvSpPr>
          <p:cNvPr id="193" name="Text 1">
            <a:extLst xmlns:a="http://schemas.openxmlformats.org/drawingml/2006/main">
              <a:ext uri="{FF2B5EF4-FFF2-40B4-BE49-F238E27FC236}">
                <a16:creationId xmlns:a16="http://schemas.microsoft.com/office/drawing/2014/main" id="{D1AE4FFD-D66F-40B9-B1E2-669138525E9E}"/>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600" b="1" u="none">
                <a:solidFill>
                  <a:srgbClr val="0B1020"/>
                </a:solidFill>
                <a:latin typeface="Aptos Display"/>
                <a:ea typeface="Aptos Display"/>
                <a:cs typeface="Aptos Display"/>
              </a:rPr>
              <a:t>The honesty controls pass; research quality still needs work</a:t>
            </a:r>
            <a:endParaRPr sz="3600" b="0" u="none">
              <a:solidFill>
                <a:srgbClr val="000000"/>
              </a:solidFill>
              <a:latin typeface="Arial"/>
              <a:ea typeface="Arial"/>
              <a:cs typeface="Arial"/>
            </a:endParaRPr>
          </a:p>
        </p:txBody>
      </p:sp>
      <p:sp>
        <p:nvSpPr>
          <p:cNvPr id="194" name="Text 2">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80" y="1664280"/>
            <a:ext cx="2194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STABLE STRENGTHS</a:t>
            </a:r>
            <a:endParaRPr sz="1100" b="0" u="none">
              <a:solidFill>
                <a:srgbClr val="000000"/>
              </a:solidFill>
              <a:latin typeface="Arial"/>
              <a:ea typeface="Arial"/>
              <a:cs typeface="Arial"/>
            </a:endParaRPr>
          </a:p>
        </p:txBody>
      </p:sp>
      <p:sp>
        <p:nvSpPr>
          <p:cNvPr id="195" name="Text 3">
            <a:extLst xmlns:a="http://schemas.openxmlformats.org/drawingml/2006/main">
              <a:ext uri="{FF2B5EF4-FFF2-40B4-BE49-F238E27FC236}">
                <a16:creationId xmlns:a16="http://schemas.microsoft.com/office/drawing/2014/main" id="{8DBA1692-5C6A-4791-98CB-CE4A7CB35991}"/>
              </a:ext>
            </a:extLst>
          </p:cNvPr>
          <p:cNvSpPr>
            <a:spLocks xmlns:a="http://schemas.openxmlformats.org/drawingml/2006/main" noGrp="1"/>
          </p:cNvSpPr>
          <p:nvPr/>
        </p:nvSpPr>
        <p:spPr>
          <a:xfrm xmlns:a="http://schemas.openxmlformats.org/drawingml/2006/main">
            <a:off x="6446520" y="1664280"/>
            <a:ext cx="2468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B45309"/>
                </a:solidFill>
                <a:latin typeface="Aptos"/>
                <a:ea typeface="Aptos"/>
                <a:cs typeface="Aptos"/>
              </a:rPr>
              <a:t>MEASURED LIMITATIONS</a:t>
            </a:r>
            <a:endParaRPr sz="1100" b="0" u="none">
              <a:solidFill>
                <a:srgbClr val="000000"/>
              </a:solidFill>
              <a:latin typeface="Arial"/>
              <a:ea typeface="Arial"/>
              <a:cs typeface="Arial"/>
            </a:endParaRPr>
          </a:p>
        </p:txBody>
      </p:sp>
      <p:sp>
        <p:nvSpPr>
          <p:cNvPr id="196" name="Shape 4">
            <a:extLst xmlns:a="http://schemas.openxmlformats.org/drawingml/2006/main">
              <a:ext uri="{FF2B5EF4-FFF2-40B4-BE49-F238E27FC236}">
                <a16:creationId xmlns:a16="http://schemas.microsoft.com/office/drawing/2014/main" id="{8196031A-69B5-444D-9F3D-64C15312189A}"/>
              </a:ext>
            </a:extLst>
          </p:cNvPr>
          <p:cNvSpPr>
            <a:spLocks xmlns:a="http://schemas.openxmlformats.org/drawingml/2006/main" noGrp="1"/>
          </p:cNvSpPr>
          <p:nvPr/>
        </p:nvSpPr>
        <p:spPr>
          <a:xfrm xmlns:a="http://schemas.openxmlformats.org/drawingml/2006/main">
            <a:off x="749880" y="2030040"/>
            <a:ext cx="489168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97" name="Text 5">
            <a:extLst xmlns:a="http://schemas.openxmlformats.org/drawingml/2006/main">
              <a:ext uri="{FF2B5EF4-FFF2-40B4-BE49-F238E27FC236}">
                <a16:creationId xmlns:a16="http://schemas.microsoft.com/office/drawing/2014/main" id="{BE3A56A1-8028-4C9E-9655-8AF1029726B3}"/>
              </a:ext>
            </a:extLst>
          </p:cNvPr>
          <p:cNvSpPr>
            <a:spLocks xmlns:a="http://schemas.openxmlformats.org/drawingml/2006/main" noGrp="1"/>
          </p:cNvSpPr>
          <p:nvPr/>
        </p:nvSpPr>
        <p:spPr>
          <a:xfrm xmlns:a="http://schemas.openxmlformats.org/drawingml/2006/main">
            <a:off x="914400" y="2139840"/>
            <a:ext cx="45626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a:t>
            </a:r>
            <a:endParaRPr sz="2800" b="0" u="none">
              <a:solidFill>
                <a:srgbClr val="000000"/>
              </a:solidFill>
              <a:latin typeface="Arial"/>
              <a:ea typeface="Arial"/>
              <a:cs typeface="Arial"/>
            </a:endParaRPr>
          </a:p>
        </p:txBody>
      </p:sp>
      <p:sp>
        <p:nvSpPr>
          <p:cNvPr id="198" name="Text 6">
            <a:extLst xmlns:a="http://schemas.openxmlformats.org/drawingml/2006/main">
              <a:ext uri="{FF2B5EF4-FFF2-40B4-BE49-F238E27FC236}">
                <a16:creationId xmlns:a16="http://schemas.microsoft.com/office/drawing/2014/main" id="{265D3931-223D-4EDD-A158-5088DA916643}"/>
              </a:ext>
            </a:extLst>
          </p:cNvPr>
          <p:cNvSpPr>
            <a:spLocks xmlns:a="http://schemas.openxmlformats.org/drawingml/2006/main" noGrp="1"/>
          </p:cNvSpPr>
          <p:nvPr/>
        </p:nvSpPr>
        <p:spPr>
          <a:xfrm xmlns:a="http://schemas.openxmlformats.org/drawingml/2006/main">
            <a:off x="914400" y="2597040"/>
            <a:ext cx="45626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Honest refusal</a:t>
            </a:r>
            <a:endParaRPr sz="1250" b="0" u="none">
              <a:solidFill>
                <a:srgbClr val="000000"/>
              </a:solidFill>
              <a:latin typeface="Arial"/>
              <a:ea typeface="Arial"/>
              <a:cs typeface="Arial"/>
            </a:endParaRPr>
          </a:p>
        </p:txBody>
      </p:sp>
      <p:sp>
        <p:nvSpPr>
          <p:cNvPr id="199" name="Shape 7">
            <a:extLst xmlns:a="http://schemas.openxmlformats.org/drawingml/2006/main">
              <a:ext uri="{FF2B5EF4-FFF2-40B4-BE49-F238E27FC236}">
                <a16:creationId xmlns:a16="http://schemas.microsoft.com/office/drawing/2014/main" id="{B0702F60-B270-4879-9F8C-3C0C3C683373}"/>
              </a:ext>
            </a:extLst>
          </p:cNvPr>
          <p:cNvSpPr>
            <a:spLocks xmlns:a="http://schemas.openxmlformats.org/drawingml/2006/main" noGrp="1"/>
          </p:cNvSpPr>
          <p:nvPr/>
        </p:nvSpPr>
        <p:spPr>
          <a:xfrm xmlns:a="http://schemas.openxmlformats.org/drawingml/2006/main">
            <a:off x="749880" y="3108960"/>
            <a:ext cx="489168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0" name="Text 8">
            <a:extLst xmlns:a="http://schemas.openxmlformats.org/drawingml/2006/main">
              <a:ext uri="{FF2B5EF4-FFF2-40B4-BE49-F238E27FC236}">
                <a16:creationId xmlns:a16="http://schemas.microsoft.com/office/drawing/2014/main" id="{2FE8C594-B359-4192-B3F6-DC8562714766}"/>
              </a:ext>
            </a:extLst>
          </p:cNvPr>
          <p:cNvSpPr>
            <a:spLocks xmlns:a="http://schemas.openxmlformats.org/drawingml/2006/main" noGrp="1"/>
          </p:cNvSpPr>
          <p:nvPr/>
        </p:nvSpPr>
        <p:spPr>
          <a:xfrm xmlns:a="http://schemas.openxmlformats.org/drawingml/2006/main">
            <a:off x="914400" y="3218760"/>
            <a:ext cx="45626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201" name="Text 9">
            <a:extLst xmlns:a="http://schemas.openxmlformats.org/drawingml/2006/main">
              <a:ext uri="{FF2B5EF4-FFF2-40B4-BE49-F238E27FC236}">
                <a16:creationId xmlns:a16="http://schemas.microsoft.com/office/drawing/2014/main" id="{D03E132A-3776-49F1-916D-5C98743E2832}"/>
              </a:ext>
            </a:extLst>
          </p:cNvPr>
          <p:cNvSpPr>
            <a:spLocks xmlns:a="http://schemas.openxmlformats.org/drawingml/2006/main" noGrp="1"/>
          </p:cNvSpPr>
          <p:nvPr/>
        </p:nvSpPr>
        <p:spPr>
          <a:xfrm xmlns:a="http://schemas.openxmlformats.org/drawingml/2006/main">
            <a:off x="914400" y="3675960"/>
            <a:ext cx="45626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Thin-company false positives</a:t>
            </a:r>
            <a:endParaRPr sz="1250" b="0" u="none">
              <a:solidFill>
                <a:srgbClr val="000000"/>
              </a:solidFill>
              <a:latin typeface="Arial"/>
              <a:ea typeface="Arial"/>
              <a:cs typeface="Arial"/>
            </a:endParaRPr>
          </a:p>
        </p:txBody>
      </p:sp>
      <p:sp>
        <p:nvSpPr>
          <p:cNvPr id="202" name="Shape 10">
            <a:extLst xmlns:a="http://schemas.openxmlformats.org/drawingml/2006/main">
              <a:ext uri="{FF2B5EF4-FFF2-40B4-BE49-F238E27FC236}">
                <a16:creationId xmlns:a16="http://schemas.microsoft.com/office/drawing/2014/main" id="{BC2F9AB4-BEB6-44C5-8031-0CC2037B92F0}"/>
              </a:ext>
            </a:extLst>
          </p:cNvPr>
          <p:cNvSpPr>
            <a:spLocks xmlns:a="http://schemas.openxmlformats.org/drawingml/2006/main" noGrp="1"/>
          </p:cNvSpPr>
          <p:nvPr/>
        </p:nvSpPr>
        <p:spPr>
          <a:xfrm xmlns:a="http://schemas.openxmlformats.org/drawingml/2006/main">
            <a:off x="749880" y="4187880"/>
            <a:ext cx="489168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3" name="Text 11">
            <a:extLst xmlns:a="http://schemas.openxmlformats.org/drawingml/2006/main">
              <a:ext uri="{FF2B5EF4-FFF2-40B4-BE49-F238E27FC236}">
                <a16:creationId xmlns:a16="http://schemas.microsoft.com/office/drawing/2014/main" id="{03DC1155-D461-4B82-9F26-25E40D9ABB8B}"/>
              </a:ext>
            </a:extLst>
          </p:cNvPr>
          <p:cNvSpPr>
            <a:spLocks xmlns:a="http://schemas.openxmlformats.org/drawingml/2006/main" noGrp="1"/>
          </p:cNvSpPr>
          <p:nvPr/>
        </p:nvSpPr>
        <p:spPr>
          <a:xfrm xmlns:a="http://schemas.openxmlformats.org/drawingml/2006/main">
            <a:off x="914400" y="4297680"/>
            <a:ext cx="45626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204" name="Text 12">
            <a:extLst xmlns:a="http://schemas.openxmlformats.org/drawingml/2006/main">
              <a:ext uri="{FF2B5EF4-FFF2-40B4-BE49-F238E27FC236}">
                <a16:creationId xmlns:a16="http://schemas.microsoft.com/office/drawing/2014/main" id="{AA881CBF-E2AF-4429-BE07-971E9E41230B}"/>
              </a:ext>
            </a:extLst>
          </p:cNvPr>
          <p:cNvSpPr>
            <a:spLocks xmlns:a="http://schemas.openxmlformats.org/drawingml/2006/main" noGrp="1"/>
          </p:cNvSpPr>
          <p:nvPr/>
        </p:nvSpPr>
        <p:spPr>
          <a:xfrm xmlns:a="http://schemas.openxmlformats.org/drawingml/2006/main">
            <a:off x="914400" y="4754880"/>
            <a:ext cx="45626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Provenance violations</a:t>
            </a:r>
            <a:endParaRPr sz="1250" b="0" u="none">
              <a:solidFill>
                <a:srgbClr val="000000"/>
              </a:solidFill>
              <a:latin typeface="Arial"/>
              <a:ea typeface="Arial"/>
              <a:cs typeface="Arial"/>
            </a:endParaRPr>
          </a:p>
        </p:txBody>
      </p:sp>
      <p:sp>
        <p:nvSpPr>
          <p:cNvPr id="205" name="Shape 13">
            <a:extLst xmlns:a="http://schemas.openxmlformats.org/drawingml/2006/main">
              <a:ext uri="{FF2B5EF4-FFF2-40B4-BE49-F238E27FC236}">
                <a16:creationId xmlns:a16="http://schemas.microsoft.com/office/drawing/2014/main" id="{26CE3924-57E1-4EF8-B7B8-B9A460DC7732}"/>
              </a:ext>
            </a:extLst>
          </p:cNvPr>
          <p:cNvSpPr>
            <a:spLocks xmlns:a="http://schemas.openxmlformats.org/drawingml/2006/main" noGrp="1"/>
          </p:cNvSpPr>
          <p:nvPr/>
        </p:nvSpPr>
        <p:spPr>
          <a:xfrm xmlns:a="http://schemas.openxmlformats.org/drawingml/2006/main">
            <a:off x="6446520" y="2030040"/>
            <a:ext cx="4937400" cy="987120"/>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6" name="Text 14">
            <a:extLst xmlns:a="http://schemas.openxmlformats.org/drawingml/2006/main">
              <a:ext uri="{FF2B5EF4-FFF2-40B4-BE49-F238E27FC236}">
                <a16:creationId xmlns:a16="http://schemas.microsoft.com/office/drawing/2014/main" id="{CFDE188C-C7E5-4322-A97F-5E50BAC12F43}"/>
              </a:ext>
            </a:extLst>
          </p:cNvPr>
          <p:cNvSpPr>
            <a:spLocks xmlns:a="http://schemas.openxmlformats.org/drawingml/2006/main" noGrp="1"/>
          </p:cNvSpPr>
          <p:nvPr/>
        </p:nvSpPr>
        <p:spPr>
          <a:xfrm xmlns:a="http://schemas.openxmlformats.org/drawingml/2006/main">
            <a:off x="6647760" y="2139840"/>
            <a:ext cx="123408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B45309"/>
                </a:solidFill>
                <a:latin typeface="Aptos Display"/>
                <a:ea typeface="Aptos Display"/>
                <a:cs typeface="Aptos Display"/>
              </a:rPr>
              <a:t>0.444</a:t>
            </a:r>
            <a:endParaRPr sz="2700" b="0" u="none">
              <a:solidFill>
                <a:srgbClr val="000000"/>
              </a:solidFill>
              <a:latin typeface="Arial"/>
              <a:ea typeface="Arial"/>
              <a:cs typeface="Arial"/>
            </a:endParaRPr>
          </a:p>
        </p:txBody>
      </p:sp>
      <p:sp>
        <p:nvSpPr>
          <p:cNvPr id="207" name="Text 15">
            <a:extLst xmlns:a="http://schemas.openxmlformats.org/drawingml/2006/main">
              <a:ext uri="{FF2B5EF4-FFF2-40B4-BE49-F238E27FC236}">
                <a16:creationId xmlns:a16="http://schemas.microsoft.com/office/drawing/2014/main" id="{8322B8B9-DD0E-4600-9760-940A8452B613}"/>
              </a:ext>
            </a:extLst>
          </p:cNvPr>
          <p:cNvSpPr>
            <a:spLocks xmlns:a="http://schemas.openxmlformats.org/drawingml/2006/main" noGrp="1"/>
          </p:cNvSpPr>
          <p:nvPr/>
        </p:nvSpPr>
        <p:spPr>
          <a:xfrm xmlns:a="http://schemas.openxmlformats.org/drawingml/2006/main">
            <a:off x="8028360" y="2176200"/>
            <a:ext cx="19198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500" b="1" u="none">
                <a:solidFill>
                  <a:srgbClr val="0B1020"/>
                </a:solidFill>
                <a:latin typeface="Aptos"/>
                <a:ea typeface="Aptos"/>
                <a:cs typeface="Aptos"/>
              </a:rPr>
              <a:t>Recall</a:t>
            </a:r>
            <a:endParaRPr sz="1500" b="0" u="none">
              <a:solidFill>
                <a:srgbClr val="000000"/>
              </a:solidFill>
              <a:latin typeface="Arial"/>
              <a:ea typeface="Arial"/>
              <a:cs typeface="Arial"/>
            </a:endParaRPr>
          </a:p>
        </p:txBody>
      </p:sp>
      <p:sp>
        <p:nvSpPr>
          <p:cNvPr id="208" name="Text 16">
            <a:extLst xmlns:a="http://schemas.openxmlformats.org/drawingml/2006/main">
              <a:ext uri="{FF2B5EF4-FFF2-40B4-BE49-F238E27FC236}">
                <a16:creationId xmlns:a16="http://schemas.microsoft.com/office/drawing/2014/main" id="{C83BDBD6-162B-43A3-9B9F-A2F907196BD3}"/>
              </a:ext>
            </a:extLst>
          </p:cNvPr>
          <p:cNvSpPr>
            <a:spLocks xmlns:a="http://schemas.openxmlformats.org/drawingml/2006/main" noGrp="1"/>
          </p:cNvSpPr>
          <p:nvPr/>
        </p:nvSpPr>
        <p:spPr>
          <a:xfrm xmlns:a="http://schemas.openxmlformats.org/drawingml/2006/main">
            <a:off x="9930240" y="2185560"/>
            <a:ext cx="11700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r" defTabSz="914400">
              <a:lnSpc>
                <a:spcPct val="100000"/>
              </a:lnSpc>
              <a:buNone/>
              <a:tabLst>
                <a:tab pos="0" algn="l"/>
              </a:tabLst>
            </a:pPr>
            <a:r>
              <a:rPr sz="1200" b="0" u="none">
                <a:solidFill>
                  <a:srgbClr val="64748B"/>
                </a:solidFill>
                <a:latin typeface="Aptos"/>
                <a:ea typeface="Aptos"/>
                <a:cs typeface="Aptos"/>
              </a:rPr>
              <a:t>target 0.75</a:t>
            </a:r>
            <a:endParaRPr sz="1200" b="0" u="none">
              <a:solidFill>
                <a:srgbClr val="000000"/>
              </a:solidFill>
              <a:latin typeface="Arial"/>
              <a:ea typeface="Arial"/>
              <a:cs typeface="Arial"/>
            </a:endParaRPr>
          </a:p>
        </p:txBody>
      </p:sp>
      <p:sp>
        <p:nvSpPr>
          <p:cNvPr id="209" name="Shape 17">
            <a:extLst xmlns:a="http://schemas.openxmlformats.org/drawingml/2006/main">
              <a:ext uri="{FF2B5EF4-FFF2-40B4-BE49-F238E27FC236}">
                <a16:creationId xmlns:a16="http://schemas.microsoft.com/office/drawing/2014/main" id="{0DB9825D-7508-4995-95C7-934EDA4F37E1}"/>
              </a:ext>
            </a:extLst>
          </p:cNvPr>
          <p:cNvSpPr>
            <a:spLocks xmlns:a="http://schemas.openxmlformats.org/drawingml/2006/main" noGrp="1"/>
          </p:cNvSpPr>
          <p:nvPr/>
        </p:nvSpPr>
        <p:spPr>
          <a:xfrm xmlns:a="http://schemas.openxmlformats.org/drawingml/2006/main">
            <a:off x="6446520" y="3108960"/>
            <a:ext cx="4937400" cy="987120"/>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0" name="Text 18">
            <a:extLst xmlns:a="http://schemas.openxmlformats.org/drawingml/2006/main">
              <a:ext uri="{FF2B5EF4-FFF2-40B4-BE49-F238E27FC236}">
                <a16:creationId xmlns:a16="http://schemas.microsoft.com/office/drawing/2014/main" id="{17848AE0-FF6F-40E1-98A0-DB4C36391EA8}"/>
              </a:ext>
            </a:extLst>
          </p:cNvPr>
          <p:cNvSpPr>
            <a:spLocks xmlns:a="http://schemas.openxmlformats.org/drawingml/2006/main" noGrp="1"/>
          </p:cNvSpPr>
          <p:nvPr/>
        </p:nvSpPr>
        <p:spPr>
          <a:xfrm xmlns:a="http://schemas.openxmlformats.org/drawingml/2006/main">
            <a:off x="6647760" y="3218760"/>
            <a:ext cx="123408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B45309"/>
                </a:solidFill>
                <a:latin typeface="Aptos Display"/>
                <a:ea typeface="Aptos Display"/>
                <a:cs typeface="Aptos Display"/>
              </a:rPr>
              <a:t>0.739</a:t>
            </a:r>
            <a:endParaRPr sz="2700" b="0" u="none">
              <a:solidFill>
                <a:srgbClr val="000000"/>
              </a:solidFill>
              <a:latin typeface="Arial"/>
              <a:ea typeface="Arial"/>
              <a:cs typeface="Arial"/>
            </a:endParaRPr>
          </a:p>
        </p:txBody>
      </p:sp>
      <p:sp>
        <p:nvSpPr>
          <p:cNvPr id="211" name="Text 19">
            <a:extLst xmlns:a="http://schemas.openxmlformats.org/drawingml/2006/main">
              <a:ext uri="{FF2B5EF4-FFF2-40B4-BE49-F238E27FC236}">
                <a16:creationId xmlns:a16="http://schemas.microsoft.com/office/drawing/2014/main" id="{8D7682D7-13A7-457B-B39E-C3D67C88EE7E}"/>
              </a:ext>
            </a:extLst>
          </p:cNvPr>
          <p:cNvSpPr>
            <a:spLocks xmlns:a="http://schemas.openxmlformats.org/drawingml/2006/main" noGrp="1"/>
          </p:cNvSpPr>
          <p:nvPr/>
        </p:nvSpPr>
        <p:spPr>
          <a:xfrm xmlns:a="http://schemas.openxmlformats.org/drawingml/2006/main">
            <a:off x="8028360" y="3255120"/>
            <a:ext cx="19198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500" b="1" u="none">
                <a:solidFill>
                  <a:srgbClr val="0B1020"/>
                </a:solidFill>
                <a:latin typeface="Aptos"/>
                <a:ea typeface="Aptos"/>
                <a:cs typeface="Aptos"/>
              </a:rPr>
              <a:t>Role correctness</a:t>
            </a:r>
            <a:endParaRPr sz="1500" b="0" u="none">
              <a:solidFill>
                <a:srgbClr val="000000"/>
              </a:solidFill>
              <a:latin typeface="Arial"/>
              <a:ea typeface="Arial"/>
              <a:cs typeface="Arial"/>
            </a:endParaRPr>
          </a:p>
        </p:txBody>
      </p:sp>
      <p:sp>
        <p:nvSpPr>
          <p:cNvPr id="212" name="Text 20">
            <a:extLst xmlns:a="http://schemas.openxmlformats.org/drawingml/2006/main">
              <a:ext uri="{FF2B5EF4-FFF2-40B4-BE49-F238E27FC236}">
                <a16:creationId xmlns:a16="http://schemas.microsoft.com/office/drawing/2014/main" id="{F48EC716-45C8-4BDE-B38C-BEB97565F84F}"/>
              </a:ext>
            </a:extLst>
          </p:cNvPr>
          <p:cNvSpPr>
            <a:spLocks xmlns:a="http://schemas.openxmlformats.org/drawingml/2006/main" noGrp="1"/>
          </p:cNvSpPr>
          <p:nvPr/>
        </p:nvSpPr>
        <p:spPr>
          <a:xfrm xmlns:a="http://schemas.openxmlformats.org/drawingml/2006/main">
            <a:off x="9930240" y="3264480"/>
            <a:ext cx="11700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r" defTabSz="914400">
              <a:lnSpc>
                <a:spcPct val="100000"/>
              </a:lnSpc>
              <a:buNone/>
              <a:tabLst>
                <a:tab pos="0" algn="l"/>
              </a:tabLst>
            </a:pPr>
            <a:r>
              <a:rPr sz="1200" b="0" u="none">
                <a:solidFill>
                  <a:srgbClr val="64748B"/>
                </a:solidFill>
                <a:latin typeface="Aptos"/>
                <a:ea typeface="Aptos"/>
                <a:cs typeface="Aptos"/>
              </a:rPr>
              <a:t>target 0.90</a:t>
            </a:r>
            <a:endParaRPr sz="1200" b="0" u="none">
              <a:solidFill>
                <a:srgbClr val="000000"/>
              </a:solidFill>
              <a:latin typeface="Arial"/>
              <a:ea typeface="Arial"/>
              <a:cs typeface="Arial"/>
            </a:endParaRPr>
          </a:p>
        </p:txBody>
      </p:sp>
      <p:sp>
        <p:nvSpPr>
          <p:cNvPr id="213" name="Shape 21">
            <a:extLst xmlns:a="http://schemas.openxmlformats.org/drawingml/2006/main">
              <a:ext uri="{FF2B5EF4-FFF2-40B4-BE49-F238E27FC236}">
                <a16:creationId xmlns:a16="http://schemas.microsoft.com/office/drawing/2014/main" id="{612E23E4-AB61-4840-9EC1-1E5C1F1B7BEB}"/>
              </a:ext>
            </a:extLst>
          </p:cNvPr>
          <p:cNvSpPr>
            <a:spLocks xmlns:a="http://schemas.openxmlformats.org/drawingml/2006/main" noGrp="1"/>
          </p:cNvSpPr>
          <p:nvPr/>
        </p:nvSpPr>
        <p:spPr>
          <a:xfrm xmlns:a="http://schemas.openxmlformats.org/drawingml/2006/main">
            <a:off x="6446520" y="4187880"/>
            <a:ext cx="4937400" cy="987120"/>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4" name="Text 22">
            <a:extLst xmlns:a="http://schemas.openxmlformats.org/drawingml/2006/main">
              <a:ext uri="{FF2B5EF4-FFF2-40B4-BE49-F238E27FC236}">
                <a16:creationId xmlns:a16="http://schemas.microsoft.com/office/drawing/2014/main" id="{979C9888-DF46-4225-90BC-23760AD0D020}"/>
              </a:ext>
            </a:extLst>
          </p:cNvPr>
          <p:cNvSpPr>
            <a:spLocks xmlns:a="http://schemas.openxmlformats.org/drawingml/2006/main" noGrp="1"/>
          </p:cNvSpPr>
          <p:nvPr/>
        </p:nvSpPr>
        <p:spPr>
          <a:xfrm xmlns:a="http://schemas.openxmlformats.org/drawingml/2006/main">
            <a:off x="6647760" y="4297680"/>
            <a:ext cx="123408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B45309"/>
                </a:solidFill>
                <a:latin typeface="Aptos Display"/>
                <a:ea typeface="Aptos Display"/>
                <a:cs typeface="Aptos Display"/>
              </a:rPr>
              <a:t>0.333</a:t>
            </a:r>
            <a:endParaRPr sz="2700" b="0" u="none">
              <a:solidFill>
                <a:srgbClr val="000000"/>
              </a:solidFill>
              <a:latin typeface="Arial"/>
              <a:ea typeface="Arial"/>
              <a:cs typeface="Arial"/>
            </a:endParaRPr>
          </a:p>
        </p:txBody>
      </p:sp>
      <p:sp>
        <p:nvSpPr>
          <p:cNvPr id="215" name="Text 23">
            <a:extLst xmlns:a="http://schemas.openxmlformats.org/drawingml/2006/main">
              <a:ext uri="{FF2B5EF4-FFF2-40B4-BE49-F238E27FC236}">
                <a16:creationId xmlns:a16="http://schemas.microsoft.com/office/drawing/2014/main" id="{7780F269-F960-4E65-A61F-8069902E5080}"/>
              </a:ext>
            </a:extLst>
          </p:cNvPr>
          <p:cNvSpPr>
            <a:spLocks xmlns:a="http://schemas.openxmlformats.org/drawingml/2006/main" noGrp="1"/>
          </p:cNvSpPr>
          <p:nvPr/>
        </p:nvSpPr>
        <p:spPr>
          <a:xfrm xmlns:a="http://schemas.openxmlformats.org/drawingml/2006/main">
            <a:off x="8028360" y="4334400"/>
            <a:ext cx="19198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500" b="1" u="none">
                <a:solidFill>
                  <a:srgbClr val="0B1020"/>
                </a:solidFill>
                <a:latin typeface="Aptos"/>
                <a:ea typeface="Aptos"/>
                <a:cs typeface="Aptos"/>
              </a:rPr>
              <a:t>Over-claim rate</a:t>
            </a:r>
            <a:endParaRPr sz="1500" b="0" u="none">
              <a:solidFill>
                <a:srgbClr val="000000"/>
              </a:solidFill>
              <a:latin typeface="Arial"/>
              <a:ea typeface="Arial"/>
              <a:cs typeface="Arial"/>
            </a:endParaRPr>
          </a:p>
        </p:txBody>
      </p:sp>
      <p:sp>
        <p:nvSpPr>
          <p:cNvPr id="216" name="Text 24">
            <a:extLst xmlns:a="http://schemas.openxmlformats.org/drawingml/2006/main">
              <a:ext uri="{FF2B5EF4-FFF2-40B4-BE49-F238E27FC236}">
                <a16:creationId xmlns:a16="http://schemas.microsoft.com/office/drawing/2014/main" id="{FC47EF03-61B4-49CB-AE05-4DA53320EB08}"/>
              </a:ext>
            </a:extLst>
          </p:cNvPr>
          <p:cNvSpPr>
            <a:spLocks xmlns:a="http://schemas.openxmlformats.org/drawingml/2006/main" noGrp="1"/>
          </p:cNvSpPr>
          <p:nvPr/>
        </p:nvSpPr>
        <p:spPr>
          <a:xfrm xmlns:a="http://schemas.openxmlformats.org/drawingml/2006/main">
            <a:off x="9930240" y="4343400"/>
            <a:ext cx="11700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r" defTabSz="914400">
              <a:lnSpc>
                <a:spcPct val="100000"/>
              </a:lnSpc>
              <a:buNone/>
              <a:tabLst>
                <a:tab pos="0" algn="l"/>
              </a:tabLst>
            </a:pPr>
            <a:r>
              <a:rPr sz="1200" b="0" u="none">
                <a:solidFill>
                  <a:srgbClr val="64748B"/>
                </a:solidFill>
                <a:latin typeface="Aptos"/>
                <a:ea typeface="Aptos"/>
                <a:cs typeface="Aptos"/>
              </a:rPr>
              <a:t>target 0.10</a:t>
            </a:r>
            <a:endParaRPr sz="1200" b="0" u="none">
              <a:solidFill>
                <a:srgbClr val="000000"/>
              </a:solidFill>
              <a:latin typeface="Arial"/>
              <a:ea typeface="Arial"/>
              <a:cs typeface="Arial"/>
            </a:endParaRPr>
          </a:p>
        </p:txBody>
      </p:sp>
      <p:sp>
        <p:nvSpPr>
          <p:cNvPr id="217" name="Shape 25">
            <a:extLst xmlns:a="http://schemas.openxmlformats.org/drawingml/2006/main">
              <a:ext uri="{FF2B5EF4-FFF2-40B4-BE49-F238E27FC236}">
                <a16:creationId xmlns:a16="http://schemas.microsoft.com/office/drawing/2014/main" id="{6049E9B7-C302-47A3-A59F-7D688BDECAB6}"/>
              </a:ext>
            </a:extLst>
          </p:cNvPr>
          <p:cNvSpPr>
            <a:spLocks xmlns:a="http://schemas.openxmlformats.org/drawingml/2006/main" noGrp="1"/>
          </p:cNvSpPr>
          <p:nvPr/>
        </p:nvSpPr>
        <p:spPr>
          <a:xfrm xmlns:a="http://schemas.openxmlformats.org/drawingml/2006/main">
            <a:off x="749880" y="5468040"/>
            <a:ext cx="10634040" cy="694440"/>
          </a:xfrm>
          <a:prstGeom xmlns:a="http://schemas.openxmlformats.org/drawingml/2006/main" prst="roundRect">
            <a:avLst>
              <a:gd name="adj" fmla="val 13158"/>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8" name="Text 26">
            <a:extLst xmlns:a="http://schemas.openxmlformats.org/drawingml/2006/main">
              <a:ext uri="{FF2B5EF4-FFF2-40B4-BE49-F238E27FC236}">
                <a16:creationId xmlns:a16="http://schemas.microsoft.com/office/drawing/2014/main" id="{4C09B2C6-BD0C-4FF3-8140-A0446743FC45}"/>
              </a:ext>
            </a:extLst>
          </p:cNvPr>
          <p:cNvSpPr>
            <a:spLocks xmlns:a="http://schemas.openxmlformats.org/drawingml/2006/main" noGrp="1"/>
          </p:cNvSpPr>
          <p:nvPr/>
        </p:nvSpPr>
        <p:spPr>
          <a:xfrm xmlns:a="http://schemas.openxmlformats.org/drawingml/2006/main">
            <a:off x="987480" y="5678280"/>
            <a:ext cx="11426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SAME CODE</a:t>
            </a:r>
            <a:endParaRPr sz="1050" b="0" u="none">
              <a:solidFill>
                <a:srgbClr val="000000"/>
              </a:solidFill>
              <a:latin typeface="Arial"/>
              <a:ea typeface="Arial"/>
              <a:cs typeface="Arial"/>
            </a:endParaRPr>
          </a:p>
        </p:txBody>
      </p:sp>
      <p:sp>
        <p:nvSpPr>
          <p:cNvPr id="219" name="Text 27">
            <a:extLst xmlns:a="http://schemas.openxmlformats.org/drawingml/2006/main">
              <a:ext uri="{FF2B5EF4-FFF2-40B4-BE49-F238E27FC236}">
                <a16:creationId xmlns:a16="http://schemas.microsoft.com/office/drawing/2014/main" id="{BE224489-3823-4A86-A978-5C3DDA20F7C3}"/>
              </a:ext>
            </a:extLst>
          </p:cNvPr>
          <p:cNvSpPr>
            <a:spLocks xmlns:a="http://schemas.openxmlformats.org/drawingml/2006/main" noGrp="1"/>
          </p:cNvSpPr>
          <p:nvPr/>
        </p:nvSpPr>
        <p:spPr>
          <a:xfrm xmlns:a="http://schemas.openxmlformats.org/drawingml/2006/main">
            <a:off x="2313360" y="5641920"/>
            <a:ext cx="13896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800" b="1" u="none">
                <a:solidFill>
                  <a:srgbClr val="2563EB"/>
                </a:solidFill>
                <a:latin typeface="Aptos Display"/>
                <a:ea typeface="Aptos Display"/>
                <a:cs typeface="Aptos Display"/>
              </a:rPr>
              <a:t>RUN 3  0.556</a:t>
            </a:r>
            <a:endParaRPr sz="1800" b="0" u="none">
              <a:solidFill>
                <a:srgbClr val="000000"/>
              </a:solidFill>
              <a:latin typeface="Arial"/>
              <a:ea typeface="Arial"/>
              <a:cs typeface="Arial"/>
            </a:endParaRPr>
          </a:p>
        </p:txBody>
      </p:sp>
      <p:sp>
        <p:nvSpPr>
          <p:cNvPr id="220" name="Shape 28">
            <a:extLst xmlns:a="http://schemas.openxmlformats.org/drawingml/2006/main">
              <a:ext uri="{FF2B5EF4-FFF2-40B4-BE49-F238E27FC236}">
                <a16:creationId xmlns:a16="http://schemas.microsoft.com/office/drawing/2014/main" id="{B1FDB213-06E0-4DD2-A976-4519115FE18F}"/>
              </a:ext>
            </a:extLst>
          </p:cNvPr>
          <p:cNvSpPr>
            <a:spLocks xmlns:a="http://schemas.openxmlformats.org/drawingml/2006/main" noGrp="1"/>
          </p:cNvSpPr>
          <p:nvPr/>
        </p:nvSpPr>
        <p:spPr>
          <a:xfrm xmlns:a="http://schemas.openxmlformats.org/drawingml/2006/main">
            <a:off x="3803760" y="5797080"/>
            <a:ext cx="841320" cy="360"/>
          </a:xfrm>
          <a:prstGeom xmlns:a="http://schemas.openxmlformats.org/drawingml/2006/main" prst="line">
            <a:avLst/>
          </a:prstGeom>
          <a:ln xmlns:a="http://schemas.openxmlformats.org/drawingml/2006/main" w="31750">
            <a:solidFill>
              <a:srgbClr val="E2E8F0"/>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1" name="Text 29">
            <a:extLst xmlns:a="http://schemas.openxmlformats.org/drawingml/2006/main">
              <a:ext uri="{FF2B5EF4-FFF2-40B4-BE49-F238E27FC236}">
                <a16:creationId xmlns:a16="http://schemas.microsoft.com/office/drawing/2014/main" id="{F047F257-4636-4105-B57E-DE069DA0D667}"/>
              </a:ext>
            </a:extLst>
          </p:cNvPr>
          <p:cNvSpPr>
            <a:spLocks xmlns:a="http://schemas.openxmlformats.org/drawingml/2006/main" noGrp="1"/>
          </p:cNvSpPr>
          <p:nvPr/>
        </p:nvSpPr>
        <p:spPr>
          <a:xfrm xmlns:a="http://schemas.openxmlformats.org/drawingml/2006/main">
            <a:off x="4773240" y="5641920"/>
            <a:ext cx="13896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800" b="1" u="none">
                <a:solidFill>
                  <a:srgbClr val="2563EB"/>
                </a:solidFill>
                <a:latin typeface="Aptos Display"/>
                <a:ea typeface="Aptos Display"/>
                <a:cs typeface="Aptos Display"/>
              </a:rPr>
              <a:t>RUN 5  0.444</a:t>
            </a:r>
            <a:endParaRPr sz="1800" b="0" u="none">
              <a:solidFill>
                <a:srgbClr val="000000"/>
              </a:solidFill>
              <a:latin typeface="Arial"/>
              <a:ea typeface="Arial"/>
              <a:cs typeface="Arial"/>
            </a:endParaRPr>
          </a:p>
        </p:txBody>
      </p:sp>
      <p:sp>
        <p:nvSpPr>
          <p:cNvPr id="222" name="Text 30">
            <a:extLst xmlns:a="http://schemas.openxmlformats.org/drawingml/2006/main">
              <a:ext uri="{FF2B5EF4-FFF2-40B4-BE49-F238E27FC236}">
                <a16:creationId xmlns:a16="http://schemas.microsoft.com/office/drawing/2014/main" id="{1D95A243-1684-425D-9F32-ED7B214EAACD}"/>
              </a:ext>
            </a:extLst>
          </p:cNvPr>
          <p:cNvSpPr>
            <a:spLocks xmlns:a="http://schemas.openxmlformats.org/drawingml/2006/main" noGrp="1"/>
          </p:cNvSpPr>
          <p:nvPr/>
        </p:nvSpPr>
        <p:spPr>
          <a:xfrm xmlns:a="http://schemas.openxmlformats.org/drawingml/2006/main">
            <a:off x="6583680" y="5641920"/>
            <a:ext cx="444348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400" b="1" u="none">
                <a:solidFill>
                  <a:srgbClr val="273244"/>
                </a:solidFill>
                <a:latin typeface="Aptos"/>
                <a:ea typeface="Aptos"/>
                <a:cs typeface="Aptos"/>
              </a:rPr>
              <a:t>One run cannot attribute a change to a configuration.</a:t>
            </a:r>
            <a:endParaRPr sz="1400" b="0" u="none">
              <a:solidFill>
                <a:srgbClr val="000000"/>
              </a:solidFill>
              <a:latin typeface="Arial"/>
              <a:ea typeface="Arial"/>
              <a:cs typeface="Arial"/>
            </a:endParaRPr>
          </a:p>
        </p:txBody>
      </p:sp>
      <p:sp>
        <p:nvSpPr>
          <p:cNvPr id="223" name="Text 31">
            <a:extLst xmlns:a="http://schemas.openxmlformats.org/drawingml/2006/main">
              <a:ext uri="{FF2B5EF4-FFF2-40B4-BE49-F238E27FC236}">
                <a16:creationId xmlns:a16="http://schemas.microsoft.com/office/drawing/2014/main" id="{C2FCF663-4561-4B33-8A1D-D78276D7568E}"/>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00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EVALUATION</a:t>
            </a:r>
            <a:endParaRPr sz="900" b="0" u="none">
              <a:solidFill>
                <a:srgbClr val="000000"/>
              </a:solidFill>
              <a:latin typeface="Arial"/>
              <a:ea typeface="Arial"/>
              <a:cs typeface="Arial"/>
            </a:endParaRPr>
          </a:p>
        </p:txBody>
      </p:sp>
      <p:sp>
        <p:nvSpPr>
          <p:cNvPr id="224" name="PlaceHolder 1">
            <a:extLst xmlns:a="http://schemas.openxmlformats.org/drawingml/2006/main">
              <a:ext uri="{FF2B5EF4-FFF2-40B4-BE49-F238E27FC236}">
                <a16:creationId xmlns:a16="http://schemas.microsoft.com/office/drawing/2014/main" id="{8A0B43A9-585F-428E-BB9F-5CEDFC03C9A5}"/>
              </a:ext>
            </a:extLst>
          </p:cNvPr>
          <p:cNvSpPr>
            <a:spLocks xmlns:a="http://schemas.openxmlformats.org/drawingml/2006/main" noGrp="1"/>
          </p:cNvSpPr>
          <p:nvPr>
            <p:ph type="sldNum" idx="12"/>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BA58DA2A-B818-18A9-29C1-B697728D5BCE}" type="slidenum">
              <a:rPr sz="900" b="0" u="none">
                <a:solidFill>
                  <a:srgbClr val="94A3B8"/>
                </a:solidFill>
                <a:latin typeface="Aptos"/>
                <a:ea typeface="Aptos"/>
                <a:cs typeface="Aptos"/>
              </a:rPr>
              <a:t>8</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1901113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Text 0">
            <a:extLst xmlns:a="http://schemas.openxmlformats.org/drawingml/2006/main">
              <a:ext uri="{FF2B5EF4-FFF2-40B4-BE49-F238E27FC236}">
                <a16:creationId xmlns:a16="http://schemas.microsoft.com/office/drawing/2014/main" id="{FE84A012-AD9E-4777-B398-0CDD08F3E192}"/>
              </a:ext>
            </a:extLst>
          </p:cNvPr>
          <p:cNvSpPr>
            <a:spLocks xmlns:a="http://schemas.openxmlformats.org/drawingml/2006/main" noGrp="1"/>
          </p:cNvSpPr>
          <p:nvPr/>
        </p:nvSpPr>
        <p:spPr>
          <a:xfrm xmlns:a="http://schemas.openxmlformats.org/drawingml/2006/main">
            <a:off x="857250"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SCOPE</a:t>
            </a:r>
            <a:endParaRPr sz="1100" b="0" u="none">
              <a:solidFill>
                <a:srgbClr val="000000"/>
              </a:solidFill>
              <a:latin typeface="Arial"/>
              <a:ea typeface="Arial"/>
              <a:cs typeface="Arial"/>
            </a:endParaRPr>
          </a:p>
        </p:txBody>
      </p:sp>
      <p:sp>
        <p:nvSpPr>
          <p:cNvPr id="226" name="Text 1">
            <a:extLst xmlns:a="http://schemas.openxmlformats.org/drawingml/2006/main">
              <a:ext uri="{FF2B5EF4-FFF2-40B4-BE49-F238E27FC236}">
                <a16:creationId xmlns:a16="http://schemas.microsoft.com/office/drawing/2014/main" id="{2D8899FC-643B-439D-ADD1-173988E9E44C}"/>
              </a:ext>
            </a:extLst>
          </p:cNvPr>
          <p:cNvSpPr>
            <a:spLocks xmlns:a="http://schemas.openxmlformats.org/drawingml/2006/main" noGrp="1"/>
          </p:cNvSpPr>
          <p:nvPr/>
        </p:nvSpPr>
        <p:spPr>
          <a:xfrm xmlns:a="http://schemas.openxmlformats.org/drawingml/2006/main">
            <a:off x="713137" y="713137"/>
            <a:ext cx="10743819" cy="5715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19999"/>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Discovery finds facts; the checker applies the law</a:t>
            </a:r>
            <a:endParaRPr sz="3800" b="0" u="none">
              <a:solidFill>
                <a:srgbClr val="000000"/>
              </a:solidFill>
              <a:latin typeface="Arial"/>
              <a:ea typeface="Arial"/>
              <a:cs typeface="Arial"/>
            </a:endParaRPr>
          </a:p>
        </p:txBody>
      </p:sp>
      <p:sp>
        <p:nvSpPr>
          <p:cNvPr id="227" name="Shape 2">
            <a:extLst xmlns:a="http://schemas.openxmlformats.org/drawingml/2006/main">
              <a:ext uri="{FF2B5EF4-FFF2-40B4-BE49-F238E27FC236}">
                <a16:creationId xmlns:a16="http://schemas.microsoft.com/office/drawing/2014/main" id="{4C88A50C-CE58-4753-B410-8BCD1891D515}"/>
              </a:ext>
            </a:extLst>
          </p:cNvPr>
          <p:cNvSpPr>
            <a:spLocks xmlns:a="http://schemas.openxmlformats.org/drawingml/2006/main" noGrp="1"/>
          </p:cNvSpPr>
          <p:nvPr/>
        </p:nvSpPr>
        <p:spPr>
          <a:xfrm xmlns:a="http://schemas.openxmlformats.org/drawingml/2006/main">
            <a:off x="4965120" y="3456360"/>
            <a:ext cx="80460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8" name="Shape 3">
            <a:extLst xmlns:a="http://schemas.openxmlformats.org/drawingml/2006/main">
              <a:ext uri="{FF2B5EF4-FFF2-40B4-BE49-F238E27FC236}">
                <a16:creationId xmlns:a16="http://schemas.microsoft.com/office/drawing/2014/main" id="{6326EB9D-61AF-4E15-8CFB-07CA482283B7}"/>
              </a:ext>
            </a:extLst>
          </p:cNvPr>
          <p:cNvSpPr>
            <a:spLocks xmlns:a="http://schemas.openxmlformats.org/drawingml/2006/main" noGrp="1"/>
          </p:cNvSpPr>
          <p:nvPr/>
        </p:nvSpPr>
        <p:spPr>
          <a:xfrm xmlns:a="http://schemas.openxmlformats.org/drawingml/2006/main">
            <a:off x="6336720" y="3456360"/>
            <a:ext cx="80460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9" name="Shape 4">
            <a:extLst xmlns:a="http://schemas.openxmlformats.org/drawingml/2006/main">
              <a:ext uri="{FF2B5EF4-FFF2-40B4-BE49-F238E27FC236}">
                <a16:creationId xmlns:a16="http://schemas.microsoft.com/office/drawing/2014/main" id="{0A2276C7-2D87-4201-9A4C-C8FEE27F03E5}"/>
              </a:ext>
            </a:extLst>
          </p:cNvPr>
          <p:cNvSpPr>
            <a:spLocks xmlns:a="http://schemas.openxmlformats.org/drawingml/2006/main" noGrp="1"/>
          </p:cNvSpPr>
          <p:nvPr/>
        </p:nvSpPr>
        <p:spPr>
          <a:xfrm xmlns:a="http://schemas.openxmlformats.org/drawingml/2006/main">
            <a:off x="749880" y="1892880"/>
            <a:ext cx="4224240" cy="3309840"/>
          </a:xfrm>
          <a:prstGeom xmlns:a="http://schemas.openxmlformats.org/drawingml/2006/main" prst="roundRect">
            <a:avLst>
              <a:gd name="adj" fmla="val 4420"/>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30" name="Text 5">
            <a:extLst xmlns:a="http://schemas.openxmlformats.org/drawingml/2006/main">
              <a:ext uri="{FF2B5EF4-FFF2-40B4-BE49-F238E27FC236}">
                <a16:creationId xmlns:a16="http://schemas.microsoft.com/office/drawing/2014/main" id="{EBEAECA0-A8AA-4994-A82F-A8D6E9ECC4E7}"/>
              </a:ext>
            </a:extLst>
          </p:cNvPr>
          <p:cNvSpPr>
            <a:spLocks xmlns:a="http://schemas.openxmlformats.org/drawingml/2006/main" noGrp="1"/>
          </p:cNvSpPr>
          <p:nvPr/>
        </p:nvSpPr>
        <p:spPr>
          <a:xfrm xmlns:a="http://schemas.openxmlformats.org/drawingml/2006/main">
            <a:off x="1078920" y="2240280"/>
            <a:ext cx="191988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AI PRE-SCAN</a:t>
            </a:r>
            <a:endParaRPr sz="1100" b="0" u="none">
              <a:solidFill>
                <a:srgbClr val="000000"/>
              </a:solidFill>
              <a:latin typeface="Arial"/>
              <a:ea typeface="Arial"/>
              <a:cs typeface="Arial"/>
            </a:endParaRPr>
          </a:p>
        </p:txBody>
      </p:sp>
      <p:sp>
        <p:nvSpPr>
          <p:cNvPr id="231" name="Text 6">
            <a:extLst xmlns:a="http://schemas.openxmlformats.org/drawingml/2006/main">
              <a:ext uri="{FF2B5EF4-FFF2-40B4-BE49-F238E27FC236}">
                <a16:creationId xmlns:a16="http://schemas.microsoft.com/office/drawing/2014/main" id="{27F60434-0AB0-4D70-B071-2A94CED83BF6}"/>
              </a:ext>
            </a:extLst>
          </p:cNvPr>
          <p:cNvSpPr>
            <a:spLocks xmlns:a="http://schemas.openxmlformats.org/drawingml/2006/main" noGrp="1"/>
          </p:cNvSpPr>
          <p:nvPr/>
        </p:nvSpPr>
        <p:spPr>
          <a:xfrm xmlns:a="http://schemas.openxmlformats.org/drawingml/2006/main">
            <a:off x="1078920" y="2670120"/>
            <a:ext cx="349272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Establish candidate facts</a:t>
            </a:r>
            <a:endParaRPr sz="2700" b="0" u="none">
              <a:solidFill>
                <a:srgbClr val="000000"/>
              </a:solidFill>
              <a:latin typeface="Arial"/>
              <a:ea typeface="Arial"/>
              <a:cs typeface="Arial"/>
            </a:endParaRPr>
          </a:p>
        </p:txBody>
      </p:sp>
      <p:sp>
        <p:nvSpPr>
          <p:cNvPr id="232" name="Shape 7">
            <a:extLst xmlns:a="http://schemas.openxmlformats.org/drawingml/2006/main">
              <a:ext uri="{FF2B5EF4-FFF2-40B4-BE49-F238E27FC236}">
                <a16:creationId xmlns:a16="http://schemas.microsoft.com/office/drawing/2014/main" id="{7A47C345-683C-433F-A119-EE7C7B112BB5}"/>
              </a:ext>
            </a:extLst>
          </p:cNvPr>
          <p:cNvSpPr>
            <a:spLocks xmlns:a="http://schemas.openxmlformats.org/drawingml/2006/main" noGrp="1"/>
          </p:cNvSpPr>
          <p:nvPr/>
        </p:nvSpPr>
        <p:spPr>
          <a:xfrm xmlns:a="http://schemas.openxmlformats.org/drawingml/2006/main">
            <a:off x="1097280" y="33649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3" name="Text 8">
            <a:extLst xmlns:a="http://schemas.openxmlformats.org/drawingml/2006/main">
              <a:ext uri="{FF2B5EF4-FFF2-40B4-BE49-F238E27FC236}">
                <a16:creationId xmlns:a16="http://schemas.microsoft.com/office/drawing/2014/main" id="{62F51FF9-DBBE-4186-AD8A-2680DDAB95C7}"/>
              </a:ext>
            </a:extLst>
          </p:cNvPr>
          <p:cNvSpPr>
            <a:spLocks xmlns:a="http://schemas.openxmlformats.org/drawingml/2006/main" noGrp="1"/>
          </p:cNvSpPr>
          <p:nvPr/>
        </p:nvSpPr>
        <p:spPr>
          <a:xfrm xmlns:a="http://schemas.openxmlformats.org/drawingml/2006/main">
            <a:off x="138996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Candidate systems</a:t>
            </a:r>
            <a:endParaRPr sz="1450" b="0" u="none">
              <a:solidFill>
                <a:srgbClr val="000000"/>
              </a:solidFill>
              <a:latin typeface="Arial"/>
              <a:ea typeface="Arial"/>
              <a:cs typeface="Arial"/>
            </a:endParaRPr>
          </a:p>
        </p:txBody>
      </p:sp>
      <p:sp>
        <p:nvSpPr>
          <p:cNvPr id="234" name="Shape 9">
            <a:extLst xmlns:a="http://schemas.openxmlformats.org/drawingml/2006/main">
              <a:ext uri="{FF2B5EF4-FFF2-40B4-BE49-F238E27FC236}">
                <a16:creationId xmlns:a16="http://schemas.microsoft.com/office/drawing/2014/main" id="{E4E87F43-583E-4CF3-A8DC-4EF4A4CA0A43}"/>
              </a:ext>
            </a:extLst>
          </p:cNvPr>
          <p:cNvSpPr>
            <a:spLocks xmlns:a="http://schemas.openxmlformats.org/drawingml/2006/main" noGrp="1"/>
          </p:cNvSpPr>
          <p:nvPr/>
        </p:nvSpPr>
        <p:spPr>
          <a:xfrm xmlns:a="http://schemas.openxmlformats.org/drawingml/2006/main">
            <a:off x="1097280" y="37580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5" name="Text 10">
            <a:extLst xmlns:a="http://schemas.openxmlformats.org/drawingml/2006/main">
              <a:ext uri="{FF2B5EF4-FFF2-40B4-BE49-F238E27FC236}">
                <a16:creationId xmlns:a16="http://schemas.microsoft.com/office/drawing/2014/main" id="{FAA99820-0616-4587-8C52-28E42C53C23A}"/>
              </a:ext>
            </a:extLst>
          </p:cNvPr>
          <p:cNvSpPr>
            <a:spLocks xmlns:a="http://schemas.openxmlformats.org/drawingml/2006/main" noGrp="1"/>
          </p:cNvSpPr>
          <p:nvPr/>
        </p:nvSpPr>
        <p:spPr>
          <a:xfrm xmlns:a="http://schemas.openxmlformats.org/drawingml/2006/main">
            <a:off x="138996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Exact quoted evidence</a:t>
            </a:r>
            <a:endParaRPr sz="1450" b="0" u="none">
              <a:solidFill>
                <a:srgbClr val="000000"/>
              </a:solidFill>
              <a:latin typeface="Arial"/>
              <a:ea typeface="Arial"/>
              <a:cs typeface="Arial"/>
            </a:endParaRPr>
          </a:p>
        </p:txBody>
      </p:sp>
      <p:sp>
        <p:nvSpPr>
          <p:cNvPr id="236" name="Shape 11">
            <a:extLst xmlns:a="http://schemas.openxmlformats.org/drawingml/2006/main">
              <a:ext uri="{FF2B5EF4-FFF2-40B4-BE49-F238E27FC236}">
                <a16:creationId xmlns:a16="http://schemas.microsoft.com/office/drawing/2014/main" id="{C6106C08-9CAC-485A-BA62-3739E08DCDE0}"/>
              </a:ext>
            </a:extLst>
          </p:cNvPr>
          <p:cNvSpPr>
            <a:spLocks xmlns:a="http://schemas.openxmlformats.org/drawingml/2006/main" noGrp="1"/>
          </p:cNvSpPr>
          <p:nvPr/>
        </p:nvSpPr>
        <p:spPr>
          <a:xfrm xmlns:a="http://schemas.openxmlformats.org/drawingml/2006/main">
            <a:off x="1097280" y="41515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7" name="Text 12">
            <a:extLst xmlns:a="http://schemas.openxmlformats.org/drawingml/2006/main">
              <a:ext uri="{FF2B5EF4-FFF2-40B4-BE49-F238E27FC236}">
                <a16:creationId xmlns:a16="http://schemas.microsoft.com/office/drawing/2014/main" id="{66E3F9CA-6DE5-4355-9DDD-CF1B99861008}"/>
              </a:ext>
            </a:extLst>
          </p:cNvPr>
          <p:cNvSpPr>
            <a:spLocks xmlns:a="http://schemas.openxmlformats.org/drawingml/2006/main" noGrp="1"/>
          </p:cNvSpPr>
          <p:nvPr/>
        </p:nvSpPr>
        <p:spPr>
          <a:xfrm xmlns:a="http://schemas.openxmlformats.org/drawingml/2006/main">
            <a:off x="138996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Source provenance</a:t>
            </a:r>
            <a:endParaRPr sz="1450" b="0" u="none">
              <a:solidFill>
                <a:srgbClr val="000000"/>
              </a:solidFill>
              <a:latin typeface="Arial"/>
              <a:ea typeface="Arial"/>
              <a:cs typeface="Arial"/>
            </a:endParaRPr>
          </a:p>
        </p:txBody>
      </p:sp>
      <p:sp>
        <p:nvSpPr>
          <p:cNvPr id="238" name="Shape 13">
            <a:extLst xmlns:a="http://schemas.openxmlformats.org/drawingml/2006/main">
              <a:ext uri="{FF2B5EF4-FFF2-40B4-BE49-F238E27FC236}">
                <a16:creationId xmlns:a16="http://schemas.microsoft.com/office/drawing/2014/main" id="{6C4404D9-ACEA-417F-B32C-71802B614B7B}"/>
              </a:ext>
            </a:extLst>
          </p:cNvPr>
          <p:cNvSpPr>
            <a:spLocks xmlns:a="http://schemas.openxmlformats.org/drawingml/2006/main" noGrp="1"/>
          </p:cNvSpPr>
          <p:nvPr/>
        </p:nvSpPr>
        <p:spPr>
          <a:xfrm xmlns:a="http://schemas.openxmlformats.org/drawingml/2006/main">
            <a:off x="1097280" y="45446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9" name="Text 14">
            <a:extLst xmlns:a="http://schemas.openxmlformats.org/drawingml/2006/main">
              <a:ext uri="{FF2B5EF4-FFF2-40B4-BE49-F238E27FC236}">
                <a16:creationId xmlns:a16="http://schemas.microsoft.com/office/drawing/2014/main" id="{F45F05F5-F6AA-4B7F-8F6C-59648FAB94BA}"/>
              </a:ext>
            </a:extLst>
          </p:cNvPr>
          <p:cNvSpPr>
            <a:spLocks xmlns:a="http://schemas.openxmlformats.org/drawingml/2006/main" noGrp="1"/>
          </p:cNvSpPr>
          <p:nvPr/>
        </p:nvSpPr>
        <p:spPr>
          <a:xfrm xmlns:a="http://schemas.openxmlformats.org/drawingml/2006/main">
            <a:off x="138996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Unresolved questions</a:t>
            </a:r>
            <a:endParaRPr sz="1450" b="0" u="none">
              <a:solidFill>
                <a:srgbClr val="000000"/>
              </a:solidFill>
              <a:latin typeface="Arial"/>
              <a:ea typeface="Arial"/>
              <a:cs typeface="Arial"/>
            </a:endParaRPr>
          </a:p>
        </p:txBody>
      </p:sp>
      <p:sp>
        <p:nvSpPr>
          <p:cNvPr id="240" name="Shape 15">
            <a:extLst xmlns:a="http://schemas.openxmlformats.org/drawingml/2006/main">
              <a:ext uri="{FF2B5EF4-FFF2-40B4-BE49-F238E27FC236}">
                <a16:creationId xmlns:a16="http://schemas.microsoft.com/office/drawing/2014/main" id="{B6D66E97-82DC-4F99-9ADB-A530B26217CD}"/>
              </a:ext>
            </a:extLst>
          </p:cNvPr>
          <p:cNvSpPr>
            <a:spLocks xmlns:a="http://schemas.openxmlformats.org/drawingml/2006/main" noGrp="1"/>
          </p:cNvSpPr>
          <p:nvPr/>
        </p:nvSpPr>
        <p:spPr>
          <a:xfrm xmlns:a="http://schemas.openxmlformats.org/drawingml/2006/main">
            <a:off x="5550480" y="3136320"/>
            <a:ext cx="585000" cy="585000"/>
          </a:xfrm>
          <a:prstGeom xmlns:a="http://schemas.openxmlformats.org/drawingml/2006/main" prst="ellipse">
            <a:avLst/>
          </a:prstGeom>
          <a:solidFill xmlns:a="http://schemas.openxmlformats.org/drawingml/2006/main">
            <a:srgbClr val="FFFFFF"/>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1" name="Text 16">
            <a:extLst xmlns:a="http://schemas.openxmlformats.org/drawingml/2006/main">
              <a:ext uri="{FF2B5EF4-FFF2-40B4-BE49-F238E27FC236}">
                <a16:creationId xmlns:a16="http://schemas.microsoft.com/office/drawing/2014/main" id="{F7FFCB3C-9BB5-48F2-8911-40684D53A3B9}"/>
              </a:ext>
            </a:extLst>
          </p:cNvPr>
          <p:cNvSpPr>
            <a:spLocks xmlns:a="http://schemas.openxmlformats.org/drawingml/2006/main" noGrp="1"/>
          </p:cNvSpPr>
          <p:nvPr/>
        </p:nvSpPr>
        <p:spPr>
          <a:xfrm xmlns:a="http://schemas.openxmlformats.org/drawingml/2006/main">
            <a:off x="5321880" y="3831480"/>
            <a:ext cx="104220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HUMAN</a:t>
            </a:r>
            <a:endParaRPr sz="1050" b="0" u="none">
              <a:solidFill>
                <a:srgbClr val="000000"/>
              </a:solidFill>
              <a:latin typeface="Arial"/>
              <a:ea typeface="Arial"/>
              <a:cs typeface="Arial"/>
            </a:endParaRPr>
          </a:p>
        </p:txBody>
      </p:sp>
      <p:sp>
        <p:nvSpPr>
          <p:cNvPr id="242" name="Text 17">
            <a:extLst xmlns:a="http://schemas.openxmlformats.org/drawingml/2006/main">
              <a:ext uri="{FF2B5EF4-FFF2-40B4-BE49-F238E27FC236}">
                <a16:creationId xmlns:a16="http://schemas.microsoft.com/office/drawing/2014/main" id="{185837D8-05FB-447B-9912-019505D0DAD3}"/>
              </a:ext>
            </a:extLst>
          </p:cNvPr>
          <p:cNvSpPr>
            <a:spLocks xmlns:a="http://schemas.openxmlformats.org/drawingml/2006/main" noGrp="1"/>
          </p:cNvSpPr>
          <p:nvPr/>
        </p:nvSpPr>
        <p:spPr>
          <a:xfrm xmlns:a="http://schemas.openxmlformats.org/drawingml/2006/main">
            <a:off x="5321880" y="4078080"/>
            <a:ext cx="10422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243" name="Shape 18">
            <a:extLst xmlns:a="http://schemas.openxmlformats.org/drawingml/2006/main">
              <a:ext uri="{FF2B5EF4-FFF2-40B4-BE49-F238E27FC236}">
                <a16:creationId xmlns:a16="http://schemas.microsoft.com/office/drawing/2014/main" id="{2C9B8C63-54C6-4397-B9B6-9F30BFEC55CD}"/>
              </a:ext>
            </a:extLst>
          </p:cNvPr>
          <p:cNvSpPr>
            <a:spLocks xmlns:a="http://schemas.openxmlformats.org/drawingml/2006/main" noGrp="1"/>
          </p:cNvSpPr>
          <p:nvPr/>
        </p:nvSpPr>
        <p:spPr>
          <a:xfrm xmlns:a="http://schemas.openxmlformats.org/drawingml/2006/main">
            <a:off x="7132320" y="1892880"/>
            <a:ext cx="4251600" cy="3309840"/>
          </a:xfrm>
          <a:prstGeom xmlns:a="http://schemas.openxmlformats.org/drawingml/2006/main" prst="roundRect">
            <a:avLst>
              <a:gd name="adj" fmla="val 4420"/>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4" name="Text 19">
            <a:extLst xmlns:a="http://schemas.openxmlformats.org/drawingml/2006/main">
              <a:ext uri="{FF2B5EF4-FFF2-40B4-BE49-F238E27FC236}">
                <a16:creationId xmlns:a16="http://schemas.microsoft.com/office/drawing/2014/main" id="{92E944D8-8286-4FAE-A8EF-88616127027F}"/>
              </a:ext>
            </a:extLst>
          </p:cNvPr>
          <p:cNvSpPr>
            <a:spLocks xmlns:a="http://schemas.openxmlformats.org/drawingml/2006/main" noGrp="1"/>
          </p:cNvSpPr>
          <p:nvPr/>
        </p:nvSpPr>
        <p:spPr>
          <a:xfrm xmlns:a="http://schemas.openxmlformats.org/drawingml/2006/main">
            <a:off x="7461360" y="2240280"/>
            <a:ext cx="251424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DETERMINISTIC CHECKER</a:t>
            </a:r>
            <a:endParaRPr sz="1100" b="0" u="none">
              <a:solidFill>
                <a:srgbClr val="000000"/>
              </a:solidFill>
              <a:latin typeface="Arial"/>
              <a:ea typeface="Arial"/>
              <a:cs typeface="Arial"/>
            </a:endParaRPr>
          </a:p>
        </p:txBody>
      </p:sp>
      <p:sp>
        <p:nvSpPr>
          <p:cNvPr id="245" name="Text 20">
            <a:extLst xmlns:a="http://schemas.openxmlformats.org/drawingml/2006/main">
              <a:ext uri="{FF2B5EF4-FFF2-40B4-BE49-F238E27FC236}">
                <a16:creationId xmlns:a16="http://schemas.microsoft.com/office/drawing/2014/main" id="{C238E7F4-CD09-4AA4-8590-2F2D2354609D}"/>
              </a:ext>
            </a:extLst>
          </p:cNvPr>
          <p:cNvSpPr>
            <a:spLocks xmlns:a="http://schemas.openxmlformats.org/drawingml/2006/main" noGrp="1"/>
          </p:cNvSpPr>
          <p:nvPr/>
        </p:nvSpPr>
        <p:spPr>
          <a:xfrm xmlns:a="http://schemas.openxmlformats.org/drawingml/2006/main">
            <a:off x="7461360" y="2670120"/>
            <a:ext cx="3428640"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Determine the law</a:t>
            </a:r>
            <a:endParaRPr sz="2700" b="0" u="none">
              <a:solidFill>
                <a:srgbClr val="000000"/>
              </a:solidFill>
              <a:latin typeface="Arial"/>
              <a:ea typeface="Arial"/>
              <a:cs typeface="Arial"/>
            </a:endParaRPr>
          </a:p>
        </p:txBody>
      </p:sp>
      <p:sp>
        <p:nvSpPr>
          <p:cNvPr id="246" name="Shape 21">
            <a:extLst xmlns:a="http://schemas.openxmlformats.org/drawingml/2006/main">
              <a:ext uri="{FF2B5EF4-FFF2-40B4-BE49-F238E27FC236}">
                <a16:creationId xmlns:a16="http://schemas.microsoft.com/office/drawing/2014/main" id="{340332C6-573A-4CF6-8D12-1BB9F1476100}"/>
              </a:ext>
            </a:extLst>
          </p:cNvPr>
          <p:cNvSpPr>
            <a:spLocks xmlns:a="http://schemas.openxmlformats.org/drawingml/2006/main" noGrp="1"/>
          </p:cNvSpPr>
          <p:nvPr/>
        </p:nvSpPr>
        <p:spPr>
          <a:xfrm xmlns:a="http://schemas.openxmlformats.org/drawingml/2006/main">
            <a:off x="7479720" y="33649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7" name="Text 22">
            <a:extLst xmlns:a="http://schemas.openxmlformats.org/drawingml/2006/main">
              <a:ext uri="{FF2B5EF4-FFF2-40B4-BE49-F238E27FC236}">
                <a16:creationId xmlns:a16="http://schemas.microsoft.com/office/drawing/2014/main" id="{43D30892-A717-4014-A01E-709CFC9D3156}"/>
              </a:ext>
            </a:extLst>
          </p:cNvPr>
          <p:cNvSpPr>
            <a:spLocks xmlns:a="http://schemas.openxmlformats.org/drawingml/2006/main" noGrp="1"/>
          </p:cNvSpPr>
          <p:nvPr/>
        </p:nvSpPr>
        <p:spPr>
          <a:xfrm xmlns:a="http://schemas.openxmlformats.org/drawingml/2006/main">
            <a:off x="777240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Confirm the facts</a:t>
            </a:r>
            <a:endParaRPr sz="1450" b="0" u="none">
              <a:solidFill>
                <a:srgbClr val="000000"/>
              </a:solidFill>
              <a:latin typeface="Arial"/>
              <a:ea typeface="Arial"/>
              <a:cs typeface="Arial"/>
            </a:endParaRPr>
          </a:p>
        </p:txBody>
      </p:sp>
      <p:sp>
        <p:nvSpPr>
          <p:cNvPr id="248" name="Shape 23">
            <a:extLst xmlns:a="http://schemas.openxmlformats.org/drawingml/2006/main">
              <a:ext uri="{FF2B5EF4-FFF2-40B4-BE49-F238E27FC236}">
                <a16:creationId xmlns:a16="http://schemas.microsoft.com/office/drawing/2014/main" id="{1A2A68BD-D836-46A1-9F83-210D88DB57C7}"/>
              </a:ext>
            </a:extLst>
          </p:cNvPr>
          <p:cNvSpPr>
            <a:spLocks xmlns:a="http://schemas.openxmlformats.org/drawingml/2006/main" noGrp="1"/>
          </p:cNvSpPr>
          <p:nvPr/>
        </p:nvSpPr>
        <p:spPr>
          <a:xfrm xmlns:a="http://schemas.openxmlformats.org/drawingml/2006/main">
            <a:off x="7479720" y="37580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9" name="Text 24">
            <a:extLst xmlns:a="http://schemas.openxmlformats.org/drawingml/2006/main">
              <a:ext uri="{FF2B5EF4-FFF2-40B4-BE49-F238E27FC236}">
                <a16:creationId xmlns:a16="http://schemas.microsoft.com/office/drawing/2014/main" id="{79251DEB-21A1-4AAE-90FB-6347080ADCC6}"/>
              </a:ext>
            </a:extLst>
          </p:cNvPr>
          <p:cNvSpPr>
            <a:spLocks xmlns:a="http://schemas.openxmlformats.org/drawingml/2006/main" noGrp="1"/>
          </p:cNvSpPr>
          <p:nvPr/>
        </p:nvSpPr>
        <p:spPr>
          <a:xfrm xmlns:a="http://schemas.openxmlformats.org/drawingml/2006/main">
            <a:off x="777240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Classify risk</a:t>
            </a:r>
            <a:endParaRPr sz="1450" b="0" u="none">
              <a:solidFill>
                <a:srgbClr val="000000"/>
              </a:solidFill>
              <a:latin typeface="Arial"/>
              <a:ea typeface="Arial"/>
              <a:cs typeface="Arial"/>
            </a:endParaRPr>
          </a:p>
        </p:txBody>
      </p:sp>
      <p:sp>
        <p:nvSpPr>
          <p:cNvPr id="250" name="Shape 25">
            <a:extLst xmlns:a="http://schemas.openxmlformats.org/drawingml/2006/main">
              <a:ext uri="{FF2B5EF4-FFF2-40B4-BE49-F238E27FC236}">
                <a16:creationId xmlns:a16="http://schemas.microsoft.com/office/drawing/2014/main" id="{F022F9A9-A6F0-4B05-A715-AD21011C9519}"/>
              </a:ext>
            </a:extLst>
          </p:cNvPr>
          <p:cNvSpPr>
            <a:spLocks xmlns:a="http://schemas.openxmlformats.org/drawingml/2006/main" noGrp="1"/>
          </p:cNvSpPr>
          <p:nvPr/>
        </p:nvSpPr>
        <p:spPr>
          <a:xfrm xmlns:a="http://schemas.openxmlformats.org/drawingml/2006/main">
            <a:off x="7479720" y="41515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1" name="Text 26">
            <a:extLst xmlns:a="http://schemas.openxmlformats.org/drawingml/2006/main">
              <a:ext uri="{FF2B5EF4-FFF2-40B4-BE49-F238E27FC236}">
                <a16:creationId xmlns:a16="http://schemas.microsoft.com/office/drawing/2014/main" id="{61A612F6-FF5D-4157-AB10-85D7676F0511}"/>
              </a:ext>
            </a:extLst>
          </p:cNvPr>
          <p:cNvSpPr>
            <a:spLocks xmlns:a="http://schemas.openxmlformats.org/drawingml/2006/main" noGrp="1"/>
          </p:cNvSpPr>
          <p:nvPr/>
        </p:nvSpPr>
        <p:spPr>
          <a:xfrm xmlns:a="http://schemas.openxmlformats.org/drawingml/2006/main">
            <a:off x="777240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Determine obligations</a:t>
            </a:r>
            <a:endParaRPr sz="1450" b="0" u="none">
              <a:solidFill>
                <a:srgbClr val="000000"/>
              </a:solidFill>
              <a:latin typeface="Arial"/>
              <a:ea typeface="Arial"/>
              <a:cs typeface="Arial"/>
            </a:endParaRPr>
          </a:p>
        </p:txBody>
      </p:sp>
      <p:sp>
        <p:nvSpPr>
          <p:cNvPr id="252" name="Shape 27">
            <a:extLst xmlns:a="http://schemas.openxmlformats.org/drawingml/2006/main">
              <a:ext uri="{FF2B5EF4-FFF2-40B4-BE49-F238E27FC236}">
                <a16:creationId xmlns:a16="http://schemas.microsoft.com/office/drawing/2014/main" id="{EEAC2EC9-1693-48A5-8C55-1D52396B156F}"/>
              </a:ext>
            </a:extLst>
          </p:cNvPr>
          <p:cNvSpPr>
            <a:spLocks xmlns:a="http://schemas.openxmlformats.org/drawingml/2006/main" noGrp="1"/>
          </p:cNvSpPr>
          <p:nvPr/>
        </p:nvSpPr>
        <p:spPr>
          <a:xfrm xmlns:a="http://schemas.openxmlformats.org/drawingml/2006/main">
            <a:off x="7479720" y="45446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3" name="Text 28">
            <a:extLst xmlns:a="http://schemas.openxmlformats.org/drawingml/2006/main">
              <a:ext uri="{FF2B5EF4-FFF2-40B4-BE49-F238E27FC236}">
                <a16:creationId xmlns:a16="http://schemas.microsoft.com/office/drawing/2014/main" id="{6753719E-65F6-4161-8ED1-F5D1144DFD4E}"/>
              </a:ext>
            </a:extLst>
          </p:cNvPr>
          <p:cNvSpPr>
            <a:spLocks xmlns:a="http://schemas.openxmlformats.org/drawingml/2006/main" noGrp="1"/>
          </p:cNvSpPr>
          <p:nvPr/>
        </p:nvSpPr>
        <p:spPr>
          <a:xfrm xmlns:a="http://schemas.openxmlformats.org/drawingml/2006/main">
            <a:off x="777240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Preserve legal accountability</a:t>
            </a:r>
            <a:endParaRPr sz="1450" b="0" u="none">
              <a:solidFill>
                <a:srgbClr val="000000"/>
              </a:solidFill>
              <a:latin typeface="Arial"/>
              <a:ea typeface="Arial"/>
              <a:cs typeface="Arial"/>
            </a:endParaRPr>
          </a:p>
        </p:txBody>
      </p:sp>
      <p:sp>
        <p:nvSpPr>
          <p:cNvPr id="254" name="Shape 29">
            <a:extLst xmlns:a="http://schemas.openxmlformats.org/drawingml/2006/main">
              <a:ext uri="{FF2B5EF4-FFF2-40B4-BE49-F238E27FC236}">
                <a16:creationId xmlns:a16="http://schemas.microsoft.com/office/drawing/2014/main" id="{0F8A7D1A-0CC4-4E3C-975C-4F17E640C72D}"/>
              </a:ext>
            </a:extLst>
          </p:cNvPr>
          <p:cNvSpPr>
            <a:spLocks xmlns:a="http://schemas.openxmlformats.org/drawingml/2006/main" noGrp="1"/>
          </p:cNvSpPr>
          <p:nvPr/>
        </p:nvSpPr>
        <p:spPr>
          <a:xfrm xmlns:a="http://schemas.openxmlformats.org/drawingml/2006/main">
            <a:off x="749880" y="5541120"/>
            <a:ext cx="10634040" cy="585000"/>
          </a:xfrm>
          <a:prstGeom xmlns:a="http://schemas.openxmlformats.org/drawingml/2006/main" prst="roundRect">
            <a:avLst>
              <a:gd name="adj" fmla="val 1562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55" name="Text 30">
            <a:extLst xmlns:a="http://schemas.openxmlformats.org/drawingml/2006/main">
              <a:ext uri="{FF2B5EF4-FFF2-40B4-BE49-F238E27FC236}">
                <a16:creationId xmlns:a16="http://schemas.microsoft.com/office/drawing/2014/main" id="{8D1E05C0-9AAF-4334-9B86-F553DAE585C8}"/>
              </a:ext>
            </a:extLst>
          </p:cNvPr>
          <p:cNvSpPr>
            <a:spLocks xmlns:a="http://schemas.openxmlformats.org/drawingml/2006/main" noGrp="1"/>
          </p:cNvSpPr>
          <p:nvPr/>
        </p:nvSpPr>
        <p:spPr>
          <a:xfrm xmlns:a="http://schemas.openxmlformats.org/drawingml/2006/main">
            <a:off x="987480" y="5733360"/>
            <a:ext cx="1334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NEVER CLAIMED</a:t>
            </a:r>
            <a:endParaRPr sz="1050" b="0" u="none">
              <a:solidFill>
                <a:srgbClr val="000000"/>
              </a:solidFill>
              <a:latin typeface="Arial"/>
              <a:ea typeface="Arial"/>
              <a:cs typeface="Arial"/>
            </a:endParaRPr>
          </a:p>
        </p:txBody>
      </p:sp>
      <p:sp>
        <p:nvSpPr>
          <p:cNvPr id="256" name="Text 31">
            <a:extLst xmlns:a="http://schemas.openxmlformats.org/drawingml/2006/main">
              <a:ext uri="{FF2B5EF4-FFF2-40B4-BE49-F238E27FC236}">
                <a16:creationId xmlns:a16="http://schemas.microsoft.com/office/drawing/2014/main" id="{6AF4350F-6A6C-4777-B567-E54797ABA89E}"/>
              </a:ext>
            </a:extLst>
          </p:cNvPr>
          <p:cNvSpPr>
            <a:spLocks xmlns:a="http://schemas.openxmlformats.org/drawingml/2006/main" noGrp="1"/>
          </p:cNvSpPr>
          <p:nvPr/>
        </p:nvSpPr>
        <p:spPr>
          <a:xfrm xmlns:a="http://schemas.openxmlformats.org/drawingml/2006/main">
            <a:off x="2505600" y="5687640"/>
            <a:ext cx="83664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400" b="1" u="none">
                <a:solidFill>
                  <a:srgbClr val="273244"/>
                </a:solidFill>
                <a:latin typeface="Aptos"/>
                <a:ea typeface="Aptos"/>
                <a:cs typeface="Aptos"/>
              </a:rPr>
              <a:t>complete internal visibility  •  legal advice  •  autonomous compliance decisions</a:t>
            </a:r>
            <a:endParaRPr sz="1400" b="0" u="none">
              <a:solidFill>
                <a:srgbClr val="000000"/>
              </a:solidFill>
              <a:latin typeface="Arial"/>
              <a:ea typeface="Arial"/>
              <a:cs typeface="Arial"/>
            </a:endParaRPr>
          </a:p>
        </p:txBody>
      </p:sp>
      <p:sp>
        <p:nvSpPr>
          <p:cNvPr id="257" name="Text 32">
            <a:extLst xmlns:a="http://schemas.openxmlformats.org/drawingml/2006/main">
              <a:ext uri="{FF2B5EF4-FFF2-40B4-BE49-F238E27FC236}">
                <a16:creationId xmlns:a16="http://schemas.microsoft.com/office/drawing/2014/main" id="{C172EFDA-B878-456D-9442-99416620752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SCOPE</a:t>
            </a:r>
            <a:endParaRPr sz="900" b="0" u="none">
              <a:solidFill>
                <a:srgbClr val="000000"/>
              </a:solidFill>
              <a:latin typeface="Arial"/>
              <a:ea typeface="Arial"/>
              <a:cs typeface="Arial"/>
            </a:endParaRPr>
          </a:p>
        </p:txBody>
      </p:sp>
      <p:sp>
        <p:nvSpPr>
          <p:cNvPr id="258" name="PlaceHolder 1">
            <a:extLst xmlns:a="http://schemas.openxmlformats.org/drawingml/2006/main">
              <a:ext uri="{FF2B5EF4-FFF2-40B4-BE49-F238E27FC236}">
                <a16:creationId xmlns:a16="http://schemas.microsoft.com/office/drawing/2014/main" id="{5BF07703-FA62-4737-AF0D-9CF738DA09DF}"/>
              </a:ext>
            </a:extLst>
          </p:cNvPr>
          <p:cNvSpPr>
            <a:spLocks xmlns:a="http://schemas.openxmlformats.org/drawingml/2006/main" noGrp="1"/>
          </p:cNvSpPr>
          <p:nvPr>
            <p:ph type="sldNum" idx="13"/>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388657AE-30A1-5A7A-6A7F-315D84436430}" type="slidenum">
              <a:rPr sz="900" b="0" u="none">
                <a:solidFill>
                  <a:srgbClr val="94A3B8"/>
                </a:solidFill>
                <a:latin typeface="Aptos"/>
                <a:ea typeface="Aptos"/>
                <a:cs typeface="Aptos"/>
              </a:rPr>
              <a:t>9</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4757503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9" name="Text 0">
            <a:extLst xmlns:a="http://schemas.openxmlformats.org/drawingml/2006/main">
              <a:ext uri="{FF2B5EF4-FFF2-40B4-BE49-F238E27FC236}">
                <a16:creationId xmlns:a16="http://schemas.microsoft.com/office/drawing/2014/main" id="{7C4AE6D1-77AB-4314-B324-B27D06A6A4F3}"/>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DELIVERY</a:t>
            </a:r>
            <a:endParaRPr sz="1100" b="0" u="none">
              <a:solidFill>
                <a:srgbClr val="000000"/>
              </a:solidFill>
              <a:latin typeface="Arial"/>
              <a:ea typeface="Arial"/>
              <a:cs typeface="Arial"/>
            </a:endParaRPr>
          </a:p>
        </p:txBody>
      </p:sp>
      <p:sp>
        <p:nvSpPr>
          <p:cNvPr id="260" name="Text 1">
            <a:extLst xmlns:a="http://schemas.openxmlformats.org/drawingml/2006/main">
              <a:ext uri="{FF2B5EF4-FFF2-40B4-BE49-F238E27FC236}">
                <a16:creationId xmlns:a16="http://schemas.microsoft.com/office/drawing/2014/main" id="{CFC4C048-08F9-4DEF-90C1-92DD32F41BFB}"/>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MVP is built, integrated and tested</a:t>
            </a:r>
            <a:endParaRPr sz="4000" b="0" u="none">
              <a:solidFill>
                <a:srgbClr val="000000"/>
              </a:solidFill>
              <a:latin typeface="Arial"/>
              <a:ea typeface="Arial"/>
              <a:cs typeface="Arial"/>
            </a:endParaRPr>
          </a:p>
        </p:txBody>
      </p:sp>
      <p:sp>
        <p:nvSpPr>
          <p:cNvPr id="261" name="Shape 2">
            <a:extLst xmlns:a="http://schemas.openxmlformats.org/drawingml/2006/main">
              <a:ext uri="{FF2B5EF4-FFF2-40B4-BE49-F238E27FC236}">
                <a16:creationId xmlns:a16="http://schemas.microsoft.com/office/drawing/2014/main" id="{CAAED393-0BC2-4706-860B-853F6A2C5CB2}"/>
              </a:ext>
            </a:extLst>
          </p:cNvPr>
          <p:cNvSpPr>
            <a:spLocks xmlns:a="http://schemas.openxmlformats.org/drawingml/2006/main" noGrp="1"/>
          </p:cNvSpPr>
          <p:nvPr/>
        </p:nvSpPr>
        <p:spPr>
          <a:xfrm xmlns:a="http://schemas.openxmlformats.org/drawingml/2006/main">
            <a:off x="749880" y="1719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2" name="Shape 3">
            <a:extLst xmlns:a="http://schemas.openxmlformats.org/drawingml/2006/main">
              <a:ext uri="{FF2B5EF4-FFF2-40B4-BE49-F238E27FC236}">
                <a16:creationId xmlns:a16="http://schemas.microsoft.com/office/drawing/2014/main" id="{136D9F9B-D91F-41F1-84EE-AB592471C6BF}"/>
              </a:ext>
            </a:extLst>
          </p:cNvPr>
          <p:cNvSpPr>
            <a:spLocks xmlns:a="http://schemas.openxmlformats.org/drawingml/2006/main" noGrp="1"/>
          </p:cNvSpPr>
          <p:nvPr/>
        </p:nvSpPr>
        <p:spPr>
          <a:xfrm xmlns:a="http://schemas.openxmlformats.org/drawingml/2006/main">
            <a:off x="749880" y="1719000"/>
            <a:ext cx="109440" cy="65808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3" name="Text 4">
            <a:extLst xmlns:a="http://schemas.openxmlformats.org/drawingml/2006/main">
              <a:ext uri="{FF2B5EF4-FFF2-40B4-BE49-F238E27FC236}">
                <a16:creationId xmlns:a16="http://schemas.microsoft.com/office/drawing/2014/main" id="{FDBE1951-85F4-40FB-9A9A-92417313E9F1}"/>
              </a:ext>
            </a:extLst>
          </p:cNvPr>
          <p:cNvSpPr>
            <a:spLocks xmlns:a="http://schemas.openxmlformats.org/drawingml/2006/main" noGrp="1"/>
          </p:cNvSpPr>
          <p:nvPr/>
        </p:nvSpPr>
        <p:spPr>
          <a:xfrm xmlns:a="http://schemas.openxmlformats.org/drawingml/2006/main">
            <a:off x="1060560" y="1911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2563EB"/>
                </a:solidFill>
                <a:latin typeface="Aptos"/>
                <a:ea typeface="Aptos"/>
                <a:cs typeface="Aptos"/>
              </a:rPr>
              <a:t>RUNS</a:t>
            </a:r>
            <a:endParaRPr sz="1050" b="0" u="none">
              <a:solidFill>
                <a:srgbClr val="000000"/>
              </a:solidFill>
              <a:latin typeface="Arial"/>
              <a:ea typeface="Arial"/>
              <a:cs typeface="Arial"/>
            </a:endParaRPr>
          </a:p>
        </p:txBody>
      </p:sp>
      <p:sp>
        <p:nvSpPr>
          <p:cNvPr id="264" name="Text 5">
            <a:extLst xmlns:a="http://schemas.openxmlformats.org/drawingml/2006/main">
              <a:ext uri="{FF2B5EF4-FFF2-40B4-BE49-F238E27FC236}">
                <a16:creationId xmlns:a16="http://schemas.microsoft.com/office/drawing/2014/main" id="{168ADAE5-476A-41D3-93BC-7C03595CACB0}"/>
              </a:ext>
            </a:extLst>
          </p:cNvPr>
          <p:cNvSpPr>
            <a:spLocks xmlns:a="http://schemas.openxmlformats.org/drawingml/2006/main" noGrp="1"/>
          </p:cNvSpPr>
          <p:nvPr/>
        </p:nvSpPr>
        <p:spPr>
          <a:xfrm xmlns:a="http://schemas.openxmlformats.org/drawingml/2006/main">
            <a:off x="2578680" y="185616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Browser UI + CLI from a company-name trigger</a:t>
            </a:r>
            <a:endParaRPr sz="2000" b="0" u="none">
              <a:solidFill>
                <a:srgbClr val="000000"/>
              </a:solidFill>
              <a:latin typeface="Arial"/>
              <a:ea typeface="Arial"/>
              <a:cs typeface="Arial"/>
            </a:endParaRPr>
          </a:p>
        </p:txBody>
      </p:sp>
      <p:sp>
        <p:nvSpPr>
          <p:cNvPr id="265" name="Shape 6">
            <a:extLst xmlns:a="http://schemas.openxmlformats.org/drawingml/2006/main">
              <a:ext uri="{FF2B5EF4-FFF2-40B4-BE49-F238E27FC236}">
                <a16:creationId xmlns:a16="http://schemas.microsoft.com/office/drawing/2014/main" id="{99B7567D-5491-4B92-9C5E-9171BF1EC9C8}"/>
              </a:ext>
            </a:extLst>
          </p:cNvPr>
          <p:cNvSpPr>
            <a:spLocks xmlns:a="http://schemas.openxmlformats.org/drawingml/2006/main" noGrp="1"/>
          </p:cNvSpPr>
          <p:nvPr/>
        </p:nvSpPr>
        <p:spPr>
          <a:xfrm xmlns:a="http://schemas.openxmlformats.org/drawingml/2006/main">
            <a:off x="749880" y="2578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6" name="Shape 7">
            <a:extLst xmlns:a="http://schemas.openxmlformats.org/drawingml/2006/main">
              <a:ext uri="{FF2B5EF4-FFF2-40B4-BE49-F238E27FC236}">
                <a16:creationId xmlns:a16="http://schemas.microsoft.com/office/drawing/2014/main" id="{7C69F7CA-61E5-4DF2-A609-65DA045C34B3}"/>
              </a:ext>
            </a:extLst>
          </p:cNvPr>
          <p:cNvSpPr>
            <a:spLocks xmlns:a="http://schemas.openxmlformats.org/drawingml/2006/main" noGrp="1"/>
          </p:cNvSpPr>
          <p:nvPr/>
        </p:nvSpPr>
        <p:spPr>
          <a:xfrm xmlns:a="http://schemas.openxmlformats.org/drawingml/2006/main">
            <a:off x="749880" y="2578680"/>
            <a:ext cx="109440" cy="65808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7" name="Text 8">
            <a:extLst xmlns:a="http://schemas.openxmlformats.org/drawingml/2006/main">
              <a:ext uri="{FF2B5EF4-FFF2-40B4-BE49-F238E27FC236}">
                <a16:creationId xmlns:a16="http://schemas.microsoft.com/office/drawing/2014/main" id="{AEABF63C-C625-42F6-BA0E-7E853AD83821}"/>
              </a:ext>
            </a:extLst>
          </p:cNvPr>
          <p:cNvSpPr>
            <a:spLocks xmlns:a="http://schemas.openxmlformats.org/drawingml/2006/main" noGrp="1"/>
          </p:cNvSpPr>
          <p:nvPr/>
        </p:nvSpPr>
        <p:spPr>
          <a:xfrm xmlns:a="http://schemas.openxmlformats.org/drawingml/2006/main">
            <a:off x="1060560" y="2770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3B82F6"/>
                </a:solidFill>
                <a:latin typeface="Aptos"/>
                <a:ea typeface="Aptos"/>
                <a:cs typeface="Aptos"/>
              </a:rPr>
              <a:t>RESEARCHES</a:t>
            </a:r>
            <a:endParaRPr sz="1050" b="0" u="none">
              <a:solidFill>
                <a:srgbClr val="000000"/>
              </a:solidFill>
              <a:latin typeface="Arial"/>
              <a:ea typeface="Arial"/>
              <a:cs typeface="Arial"/>
            </a:endParaRPr>
          </a:p>
        </p:txBody>
      </p:sp>
      <p:sp>
        <p:nvSpPr>
          <p:cNvPr id="268" name="Text 9">
            <a:extLst xmlns:a="http://schemas.openxmlformats.org/drawingml/2006/main">
              <a:ext uri="{FF2B5EF4-FFF2-40B4-BE49-F238E27FC236}">
                <a16:creationId xmlns:a16="http://schemas.microsoft.com/office/drawing/2014/main" id="{D5090502-B11F-4005-8D92-9C4F0E10D2CE}"/>
              </a:ext>
            </a:extLst>
          </p:cNvPr>
          <p:cNvSpPr>
            <a:spLocks xmlns:a="http://schemas.openxmlformats.org/drawingml/2006/main" noGrp="1"/>
          </p:cNvSpPr>
          <p:nvPr/>
        </p:nvSpPr>
        <p:spPr>
          <a:xfrm xmlns:a="http://schemas.openxmlformats.org/drawingml/2006/main">
            <a:off x="2578680" y="271584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Serper · NewsAPI · GLEIF · Wikidata</a:t>
            </a:r>
            <a:endParaRPr sz="2000" b="0" u="none">
              <a:solidFill>
                <a:srgbClr val="000000"/>
              </a:solidFill>
              <a:latin typeface="Arial"/>
              <a:ea typeface="Arial"/>
              <a:cs typeface="Arial"/>
            </a:endParaRPr>
          </a:p>
        </p:txBody>
      </p:sp>
      <p:sp>
        <p:nvSpPr>
          <p:cNvPr id="269" name="Shape 10">
            <a:extLst xmlns:a="http://schemas.openxmlformats.org/drawingml/2006/main">
              <a:ext uri="{FF2B5EF4-FFF2-40B4-BE49-F238E27FC236}">
                <a16:creationId xmlns:a16="http://schemas.microsoft.com/office/drawing/2014/main" id="{0EA0FB3D-5C2E-4E9F-8E16-C8449341B373}"/>
              </a:ext>
            </a:extLst>
          </p:cNvPr>
          <p:cNvSpPr>
            <a:spLocks xmlns:a="http://schemas.openxmlformats.org/drawingml/2006/main" noGrp="1"/>
          </p:cNvSpPr>
          <p:nvPr/>
        </p:nvSpPr>
        <p:spPr>
          <a:xfrm xmlns:a="http://schemas.openxmlformats.org/drawingml/2006/main">
            <a:off x="749880" y="3438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0" name="Shape 11">
            <a:extLst xmlns:a="http://schemas.openxmlformats.org/drawingml/2006/main">
              <a:ext uri="{FF2B5EF4-FFF2-40B4-BE49-F238E27FC236}">
                <a16:creationId xmlns:a16="http://schemas.microsoft.com/office/drawing/2014/main" id="{755BA3E9-469D-4F7E-AA49-2D29BD419EDD}"/>
              </a:ext>
            </a:extLst>
          </p:cNvPr>
          <p:cNvSpPr>
            <a:spLocks xmlns:a="http://schemas.openxmlformats.org/drawingml/2006/main" noGrp="1"/>
          </p:cNvSpPr>
          <p:nvPr/>
        </p:nvSpPr>
        <p:spPr>
          <a:xfrm xmlns:a="http://schemas.openxmlformats.org/drawingml/2006/main">
            <a:off x="749880" y="343800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1" name="Text 12">
            <a:extLst xmlns:a="http://schemas.openxmlformats.org/drawingml/2006/main">
              <a:ext uri="{FF2B5EF4-FFF2-40B4-BE49-F238E27FC236}">
                <a16:creationId xmlns:a16="http://schemas.microsoft.com/office/drawing/2014/main" id="{C3FB0E0E-2542-4D86-B1CA-86FEF4CB89A7}"/>
              </a:ext>
            </a:extLst>
          </p:cNvPr>
          <p:cNvSpPr>
            <a:spLocks xmlns:a="http://schemas.openxmlformats.org/drawingml/2006/main" noGrp="1"/>
          </p:cNvSpPr>
          <p:nvPr/>
        </p:nvSpPr>
        <p:spPr>
          <a:xfrm xmlns:a="http://schemas.openxmlformats.org/drawingml/2006/main">
            <a:off x="1060560" y="3630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GROUNDS</a:t>
            </a:r>
            <a:endParaRPr sz="1050" b="0" u="none">
              <a:solidFill>
                <a:srgbClr val="000000"/>
              </a:solidFill>
              <a:latin typeface="Arial"/>
              <a:ea typeface="Arial"/>
              <a:cs typeface="Arial"/>
            </a:endParaRPr>
          </a:p>
        </p:txBody>
      </p:sp>
      <p:sp>
        <p:nvSpPr>
          <p:cNvPr id="272" name="Text 13">
            <a:extLst xmlns:a="http://schemas.openxmlformats.org/drawingml/2006/main">
              <a:ext uri="{FF2B5EF4-FFF2-40B4-BE49-F238E27FC236}">
                <a16:creationId xmlns:a16="http://schemas.microsoft.com/office/drawing/2014/main" id="{F7CA283A-AAA3-4330-ADCF-02449F589E0C}"/>
              </a:ext>
            </a:extLst>
          </p:cNvPr>
          <p:cNvSpPr>
            <a:spLocks xmlns:a="http://schemas.openxmlformats.org/drawingml/2006/main" noGrp="1"/>
          </p:cNvSpPr>
          <p:nvPr/>
        </p:nvSpPr>
        <p:spPr>
          <a:xfrm xmlns:a="http://schemas.openxmlformats.org/drawingml/2006/main">
            <a:off x="2578680" y="357516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OpenAI extraction · Pinecone evidence store · deterministic gate</a:t>
            </a:r>
            <a:endParaRPr sz="2000" b="0" u="none">
              <a:solidFill>
                <a:srgbClr val="000000"/>
              </a:solidFill>
              <a:latin typeface="Arial"/>
              <a:ea typeface="Arial"/>
              <a:cs typeface="Arial"/>
            </a:endParaRPr>
          </a:p>
        </p:txBody>
      </p:sp>
      <p:sp>
        <p:nvSpPr>
          <p:cNvPr id="273" name="Shape 14">
            <a:extLst xmlns:a="http://schemas.openxmlformats.org/drawingml/2006/main">
              <a:ext uri="{FF2B5EF4-FFF2-40B4-BE49-F238E27FC236}">
                <a16:creationId xmlns:a16="http://schemas.microsoft.com/office/drawing/2014/main" id="{39BA4F69-81BE-4D7B-A27A-8A699C5FD7BB}"/>
              </a:ext>
            </a:extLst>
          </p:cNvPr>
          <p:cNvSpPr>
            <a:spLocks xmlns:a="http://schemas.openxmlformats.org/drawingml/2006/main" noGrp="1"/>
          </p:cNvSpPr>
          <p:nvPr/>
        </p:nvSpPr>
        <p:spPr>
          <a:xfrm xmlns:a="http://schemas.openxmlformats.org/drawingml/2006/main">
            <a:off x="749880" y="4297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4" name="Shape 15">
            <a:extLst xmlns:a="http://schemas.openxmlformats.org/drawingml/2006/main">
              <a:ext uri="{FF2B5EF4-FFF2-40B4-BE49-F238E27FC236}">
                <a16:creationId xmlns:a16="http://schemas.microsoft.com/office/drawing/2014/main" id="{C445623C-520A-4828-98A1-A5CC4FD27800}"/>
              </a:ext>
            </a:extLst>
          </p:cNvPr>
          <p:cNvSpPr>
            <a:spLocks xmlns:a="http://schemas.openxmlformats.org/drawingml/2006/main" noGrp="1"/>
          </p:cNvSpPr>
          <p:nvPr/>
        </p:nvSpPr>
        <p:spPr>
          <a:xfrm xmlns:a="http://schemas.openxmlformats.org/drawingml/2006/main">
            <a:off x="749880" y="429768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5" name="Text 16">
            <a:extLst xmlns:a="http://schemas.openxmlformats.org/drawingml/2006/main">
              <a:ext uri="{FF2B5EF4-FFF2-40B4-BE49-F238E27FC236}">
                <a16:creationId xmlns:a16="http://schemas.microsoft.com/office/drawing/2014/main" id="{193A7B1C-5209-41B5-AC63-6FEC5C9C6F07}"/>
              </a:ext>
            </a:extLst>
          </p:cNvPr>
          <p:cNvSpPr>
            <a:spLocks xmlns:a="http://schemas.openxmlformats.org/drawingml/2006/main" noGrp="1"/>
          </p:cNvSpPr>
          <p:nvPr/>
        </p:nvSpPr>
        <p:spPr>
          <a:xfrm xmlns:a="http://schemas.openxmlformats.org/drawingml/2006/main">
            <a:off x="1060560" y="4489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DELIVERS</a:t>
            </a:r>
            <a:endParaRPr sz="1050" b="0" u="none">
              <a:solidFill>
                <a:srgbClr val="000000"/>
              </a:solidFill>
              <a:latin typeface="Arial"/>
              <a:ea typeface="Arial"/>
              <a:cs typeface="Arial"/>
            </a:endParaRPr>
          </a:p>
        </p:txBody>
      </p:sp>
      <p:sp>
        <p:nvSpPr>
          <p:cNvPr id="276" name="Text 17">
            <a:extLst xmlns:a="http://schemas.openxmlformats.org/drawingml/2006/main">
              <a:ext uri="{FF2B5EF4-FFF2-40B4-BE49-F238E27FC236}">
                <a16:creationId xmlns:a16="http://schemas.microsoft.com/office/drawing/2014/main" id="{61B04E95-1158-4800-B894-25F4D5FF1219}"/>
              </a:ext>
            </a:extLst>
          </p:cNvPr>
          <p:cNvSpPr>
            <a:spLocks xmlns:a="http://schemas.openxmlformats.org/drawingml/2006/main" noGrp="1"/>
          </p:cNvSpPr>
          <p:nvPr/>
        </p:nvSpPr>
        <p:spPr>
          <a:xfrm xmlns:a="http://schemas.openxmlformats.org/drawingml/2006/main">
            <a:off x="2578680" y="4434840"/>
            <a:ext cx="64461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Markdown report · n8n → Notion</a:t>
            </a:r>
            <a:endParaRPr sz="2000" b="0" u="none">
              <a:solidFill>
                <a:srgbClr val="000000"/>
              </a:solidFill>
              <a:latin typeface="Arial"/>
              <a:ea typeface="Arial"/>
              <a:cs typeface="Arial"/>
            </a:endParaRPr>
          </a:p>
        </p:txBody>
      </p:sp>
      <p:sp>
        <p:nvSpPr>
          <p:cNvPr id="277" name="Shape 18">
            <a:extLst xmlns:a="http://schemas.openxmlformats.org/drawingml/2006/main">
              <a:ext uri="{FF2B5EF4-FFF2-40B4-BE49-F238E27FC236}">
                <a16:creationId xmlns:a16="http://schemas.microsoft.com/office/drawing/2014/main" id="{0F33F73C-32C2-4655-AC9E-24608AD9F002}"/>
              </a:ext>
            </a:extLst>
          </p:cNvPr>
          <p:cNvSpPr>
            <a:spLocks xmlns:a="http://schemas.openxmlformats.org/drawingml/2006/main" noGrp="1"/>
          </p:cNvSpPr>
          <p:nvPr/>
        </p:nvSpPr>
        <p:spPr>
          <a:xfrm xmlns:a="http://schemas.openxmlformats.org/drawingml/2006/main">
            <a:off x="9399960" y="3053880"/>
            <a:ext cx="62172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8" name="Shape 19">
            <a:extLst xmlns:a="http://schemas.openxmlformats.org/drawingml/2006/main">
              <a:ext uri="{FF2B5EF4-FFF2-40B4-BE49-F238E27FC236}">
                <a16:creationId xmlns:a16="http://schemas.microsoft.com/office/drawing/2014/main" id="{BF783B1E-8B38-426C-AA09-348731B575E1}"/>
              </a:ext>
            </a:extLst>
          </p:cNvPr>
          <p:cNvSpPr>
            <a:spLocks xmlns:a="http://schemas.openxmlformats.org/drawingml/2006/main" noGrp="1"/>
          </p:cNvSpPr>
          <p:nvPr/>
        </p:nvSpPr>
        <p:spPr>
          <a:xfrm xmlns:a="http://schemas.openxmlformats.org/drawingml/2006/main">
            <a:off x="10040040" y="2322720"/>
            <a:ext cx="1352880" cy="1481040"/>
          </a:xfrm>
          <a:prstGeom xmlns:a="http://schemas.openxmlformats.org/drawingml/2006/main" prst="roundRect">
            <a:avLst>
              <a:gd name="adj" fmla="val 9459"/>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9" name="Text 20">
            <a:extLst xmlns:a="http://schemas.openxmlformats.org/drawingml/2006/main">
              <a:ext uri="{FF2B5EF4-FFF2-40B4-BE49-F238E27FC236}">
                <a16:creationId xmlns:a16="http://schemas.microsoft.com/office/drawing/2014/main" id="{352924FC-A129-4E16-ABB1-CCC0430C44CE}"/>
              </a:ext>
            </a:extLst>
          </p:cNvPr>
          <p:cNvSpPr>
            <a:spLocks xmlns:a="http://schemas.openxmlformats.org/drawingml/2006/main" noGrp="1"/>
          </p:cNvSpPr>
          <p:nvPr/>
        </p:nvSpPr>
        <p:spPr>
          <a:xfrm xmlns:a="http://schemas.openxmlformats.org/drawingml/2006/main">
            <a:off x="10115550" y="2633377"/>
            <a:ext cx="1200150" cy="78590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EVIDENCE-</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BACKED</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REPORT</a:t>
            </a:r>
            <a:endParaRPr sz="1800" b="0" u="none">
              <a:solidFill>
                <a:srgbClr val="000000"/>
              </a:solidFill>
              <a:latin typeface="Arial"/>
              <a:ea typeface="Arial"/>
              <a:cs typeface="Arial"/>
            </a:endParaRPr>
          </a:p>
        </p:txBody>
      </p:sp>
      <p:sp>
        <p:nvSpPr>
          <p:cNvPr id="280" name="Shape 21">
            <a:extLst xmlns:a="http://schemas.openxmlformats.org/drawingml/2006/main">
              <a:ext uri="{FF2B5EF4-FFF2-40B4-BE49-F238E27FC236}">
                <a16:creationId xmlns:a16="http://schemas.microsoft.com/office/drawing/2014/main" id="{EE4F0A70-22D2-4146-8481-8D15CFA30BF4}"/>
              </a:ext>
            </a:extLst>
          </p:cNvPr>
          <p:cNvSpPr>
            <a:spLocks xmlns:a="http://schemas.openxmlformats.org/drawingml/2006/main" noGrp="1"/>
          </p:cNvSpPr>
          <p:nvPr/>
        </p:nvSpPr>
        <p:spPr>
          <a:xfrm xmlns:a="http://schemas.openxmlformats.org/drawingml/2006/main">
            <a:off x="749880" y="5394960"/>
            <a:ext cx="6537600" cy="639720"/>
          </a:xfrm>
          <a:prstGeom xmlns:a="http://schemas.openxmlformats.org/drawingml/2006/main" prst="roundRect">
            <a:avLst>
              <a:gd name="adj" fmla="val 1428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1" name="Text 22">
            <a:extLst xmlns:a="http://schemas.openxmlformats.org/drawingml/2006/main">
              <a:ext uri="{FF2B5EF4-FFF2-40B4-BE49-F238E27FC236}">
                <a16:creationId xmlns:a16="http://schemas.microsoft.com/office/drawing/2014/main" id="{A470695E-E76B-48EB-BD7C-7B49E106AA5F}"/>
              </a:ext>
            </a:extLst>
          </p:cNvPr>
          <p:cNvSpPr>
            <a:spLocks xmlns:a="http://schemas.openxmlformats.org/drawingml/2006/main" noGrp="1"/>
          </p:cNvSpPr>
          <p:nvPr/>
        </p:nvSpPr>
        <p:spPr>
          <a:xfrm xmlns:a="http://schemas.openxmlformats.org/drawingml/2006/main">
            <a:off x="969120" y="5596200"/>
            <a:ext cx="17827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12-company evaluation</a:t>
            </a:r>
            <a:endParaRPr sz="1350" b="0" u="none">
              <a:solidFill>
                <a:srgbClr val="000000"/>
              </a:solidFill>
              <a:latin typeface="Arial"/>
              <a:ea typeface="Arial"/>
              <a:cs typeface="Arial"/>
            </a:endParaRPr>
          </a:p>
        </p:txBody>
      </p:sp>
      <p:sp>
        <p:nvSpPr>
          <p:cNvPr id="282" name="Shape 23">
            <a:extLst xmlns:a="http://schemas.openxmlformats.org/drawingml/2006/main">
              <a:ext uri="{FF2B5EF4-FFF2-40B4-BE49-F238E27FC236}">
                <a16:creationId xmlns:a16="http://schemas.microsoft.com/office/drawing/2014/main" id="{B4B96333-DA51-490F-88B6-E24785E2C8F1}"/>
              </a:ext>
            </a:extLst>
          </p:cNvPr>
          <p:cNvSpPr>
            <a:spLocks xmlns:a="http://schemas.openxmlformats.org/drawingml/2006/main" noGrp="1"/>
          </p:cNvSpPr>
          <p:nvPr/>
        </p:nvSpPr>
        <p:spPr>
          <a:xfrm xmlns:a="http://schemas.openxmlformats.org/drawingml/2006/main">
            <a:off x="297180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3" name="Text 24">
            <a:extLst xmlns:a="http://schemas.openxmlformats.org/drawingml/2006/main">
              <a:ext uri="{FF2B5EF4-FFF2-40B4-BE49-F238E27FC236}">
                <a16:creationId xmlns:a16="http://schemas.microsoft.com/office/drawing/2014/main" id="{E086E65B-7A35-4B11-BCD0-FAA7D2B518BE}"/>
              </a:ext>
            </a:extLst>
          </p:cNvPr>
          <p:cNvSpPr>
            <a:spLocks xmlns:a="http://schemas.openxmlformats.org/drawingml/2006/main" noGrp="1"/>
          </p:cNvSpPr>
          <p:nvPr/>
        </p:nvSpPr>
        <p:spPr>
          <a:xfrm xmlns:a="http://schemas.openxmlformats.org/drawingml/2006/main">
            <a:off x="3200400" y="5596200"/>
            <a:ext cx="20570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2 retained sample reports</a:t>
            </a:r>
            <a:endParaRPr sz="1350" b="0" u="none">
              <a:solidFill>
                <a:srgbClr val="000000"/>
              </a:solidFill>
              <a:latin typeface="Arial"/>
              <a:ea typeface="Arial"/>
              <a:cs typeface="Arial"/>
            </a:endParaRPr>
          </a:p>
        </p:txBody>
      </p:sp>
      <p:sp>
        <p:nvSpPr>
          <p:cNvPr id="284" name="Shape 25">
            <a:extLst xmlns:a="http://schemas.openxmlformats.org/drawingml/2006/main">
              <a:ext uri="{FF2B5EF4-FFF2-40B4-BE49-F238E27FC236}">
                <a16:creationId xmlns:a16="http://schemas.microsoft.com/office/drawing/2014/main" id="{DA588051-8909-479C-9F86-D80CD05D896C}"/>
              </a:ext>
            </a:extLst>
          </p:cNvPr>
          <p:cNvSpPr>
            <a:spLocks xmlns:a="http://schemas.openxmlformats.org/drawingml/2006/main" noGrp="1"/>
          </p:cNvSpPr>
          <p:nvPr/>
        </p:nvSpPr>
        <p:spPr>
          <a:xfrm xmlns:a="http://schemas.openxmlformats.org/drawingml/2006/main">
            <a:off x="546804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5" name="Text 26">
            <a:extLst xmlns:a="http://schemas.openxmlformats.org/drawingml/2006/main">
              <a:ext uri="{FF2B5EF4-FFF2-40B4-BE49-F238E27FC236}">
                <a16:creationId xmlns:a16="http://schemas.microsoft.com/office/drawing/2014/main" id="{0097827B-F517-4059-9A4E-5A48292DCD42}"/>
              </a:ext>
            </a:extLst>
          </p:cNvPr>
          <p:cNvSpPr>
            <a:spLocks xmlns:a="http://schemas.openxmlformats.org/drawingml/2006/main" noGrp="1"/>
          </p:cNvSpPr>
          <p:nvPr/>
        </p:nvSpPr>
        <p:spPr>
          <a:xfrm xmlns:a="http://schemas.openxmlformats.org/drawingml/2006/main">
            <a:off x="5696640" y="5596200"/>
            <a:ext cx="1325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104 offline tests</a:t>
            </a:r>
            <a:endParaRPr sz="1350" b="0" u="none">
              <a:solidFill>
                <a:srgbClr val="000000"/>
              </a:solidFill>
              <a:latin typeface="Arial"/>
              <a:ea typeface="Arial"/>
              <a:cs typeface="Arial"/>
            </a:endParaRPr>
          </a:p>
        </p:txBody>
      </p:sp>
      <p:sp>
        <p:nvSpPr>
          <p:cNvPr id="286" name="Shape 27">
            <a:extLst xmlns:a="http://schemas.openxmlformats.org/drawingml/2006/main">
              <a:ext uri="{FF2B5EF4-FFF2-40B4-BE49-F238E27FC236}">
                <a16:creationId xmlns:a16="http://schemas.microsoft.com/office/drawing/2014/main" id="{157BB4EA-03FF-4374-A592-9B9FE232EA60}"/>
              </a:ext>
            </a:extLst>
          </p:cNvPr>
          <p:cNvSpPr>
            <a:spLocks xmlns:a="http://schemas.openxmlformats.org/drawingml/2006/main" noGrp="1"/>
          </p:cNvSpPr>
          <p:nvPr/>
        </p:nvSpPr>
        <p:spPr>
          <a:xfrm xmlns:a="http://schemas.openxmlformats.org/drawingml/2006/main">
            <a:off x="7598520" y="5394960"/>
            <a:ext cx="3785400" cy="639720"/>
          </a:xfrm>
          <a:prstGeom xmlns:a="http://schemas.openxmlformats.org/drawingml/2006/main" prst="roundRect">
            <a:avLst>
              <a:gd name="adj" fmla="val 14286"/>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7" name="Text 28">
            <a:extLst xmlns:a="http://schemas.openxmlformats.org/drawingml/2006/main">
              <a:ext uri="{FF2B5EF4-FFF2-40B4-BE49-F238E27FC236}">
                <a16:creationId xmlns:a16="http://schemas.microsoft.com/office/drawing/2014/main" id="{25E8279F-124B-4CB6-986E-F26D7B393EDB}"/>
              </a:ext>
            </a:extLst>
          </p:cNvPr>
          <p:cNvSpPr>
            <a:spLocks xmlns:a="http://schemas.openxmlformats.org/drawingml/2006/main" noGrp="1"/>
          </p:cNvSpPr>
          <p:nvPr/>
        </p:nvSpPr>
        <p:spPr>
          <a:xfrm xmlns:a="http://schemas.openxmlformats.org/drawingml/2006/main">
            <a:off x="7827120" y="5523120"/>
            <a:ext cx="178272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00" b="1" u="none" spc="79">
                <a:solidFill>
                  <a:srgbClr val="B45309"/>
                </a:solidFill>
                <a:latin typeface="Aptos"/>
                <a:ea typeface="Aptos"/>
                <a:cs typeface="Aptos"/>
              </a:rPr>
              <a:t>DESIGNED, NOT BUILT</a:t>
            </a:r>
            <a:endParaRPr sz="1000" b="0" u="none">
              <a:solidFill>
                <a:srgbClr val="000000"/>
              </a:solidFill>
              <a:latin typeface="Arial"/>
              <a:ea typeface="Arial"/>
              <a:cs typeface="Arial"/>
            </a:endParaRPr>
          </a:p>
        </p:txBody>
      </p:sp>
      <p:sp>
        <p:nvSpPr>
          <p:cNvPr id="288" name="Text 29">
            <a:extLst xmlns:a="http://schemas.openxmlformats.org/drawingml/2006/main">
              <a:ext uri="{FF2B5EF4-FFF2-40B4-BE49-F238E27FC236}">
                <a16:creationId xmlns:a16="http://schemas.microsoft.com/office/drawing/2014/main" id="{39068CD3-73A7-4B9A-A5EC-15F7AFA6180B}"/>
              </a:ext>
            </a:extLst>
          </p:cNvPr>
          <p:cNvSpPr>
            <a:spLocks xmlns:a="http://schemas.openxmlformats.org/drawingml/2006/main" noGrp="1"/>
          </p:cNvSpPr>
          <p:nvPr/>
        </p:nvSpPr>
        <p:spPr>
          <a:xfrm xmlns:a="http://schemas.openxmlformats.org/drawingml/2006/main">
            <a:off x="7827120" y="5751720"/>
            <a:ext cx="324576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50" b="0" u="none">
                <a:solidFill>
                  <a:srgbClr val="273244"/>
                </a:solidFill>
                <a:latin typeface="Aptos"/>
                <a:ea typeface="Aptos"/>
                <a:cs typeface="Aptos"/>
              </a:rPr>
              <a:t>scheduled sweeps · vendor-corpus ingestion</a:t>
            </a:r>
            <a:endParaRPr sz="1150" b="0" u="none">
              <a:solidFill>
                <a:srgbClr val="000000"/>
              </a:solidFill>
              <a:latin typeface="Arial"/>
              <a:ea typeface="Arial"/>
              <a:cs typeface="Arial"/>
            </a:endParaRPr>
          </a:p>
        </p:txBody>
      </p:sp>
      <p:sp>
        <p:nvSpPr>
          <p:cNvPr id="289" name="Text 30">
            <a:extLst xmlns:a="http://schemas.openxmlformats.org/drawingml/2006/main">
              <a:ext uri="{FF2B5EF4-FFF2-40B4-BE49-F238E27FC236}">
                <a16:creationId xmlns:a16="http://schemas.microsoft.com/office/drawing/2014/main" id="{887A6F48-F66C-4176-9340-C658888CAE11}"/>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DELIVERY</a:t>
            </a:r>
            <a:endParaRPr sz="900" b="0" u="none">
              <a:solidFill>
                <a:srgbClr val="000000"/>
              </a:solidFill>
              <a:latin typeface="Arial"/>
              <a:ea typeface="Arial"/>
              <a:cs typeface="Arial"/>
            </a:endParaRPr>
          </a:p>
        </p:txBody>
      </p:sp>
      <p:sp>
        <p:nvSpPr>
          <p:cNvPr id="290" name="PlaceHolder 1">
            <a:extLst xmlns:a="http://schemas.openxmlformats.org/drawingml/2006/main">
              <a:ext uri="{FF2B5EF4-FFF2-40B4-BE49-F238E27FC236}">
                <a16:creationId xmlns:a16="http://schemas.microsoft.com/office/drawing/2014/main" id="{3071EFA8-BCF4-4CE4-BC4B-A1713C7A635E}"/>
              </a:ext>
            </a:extLst>
          </p:cNvPr>
          <p:cNvSpPr>
            <a:spLocks xmlns:a="http://schemas.openxmlformats.org/drawingml/2006/main" noGrp="1"/>
          </p:cNvSpPr>
          <p:nvPr>
            <p:ph type="sldNum" idx="14"/>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B7BEEEC-A170-5376-2B6E-CB54687B0CB1}" type="slidenum">
              <a:rPr sz="900" b="0" u="none">
                <a:solidFill>
                  <a:srgbClr val="94A3B8"/>
                </a:solidFill>
                <a:latin typeface="Aptos"/>
                <a:ea typeface="Aptos"/>
                <a:cs typeface="Aptos"/>
              </a:rPr>
              <a:t>10</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038109785"/>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2026-08-14T07:19:31.5380000Z</dcterms:created>
  <dcterms:modified xsi:type="dcterms:W3CDTF">2026-08-14T07:19:31.5380000Z</dcterms:modified>
</coreProperties>
</file>